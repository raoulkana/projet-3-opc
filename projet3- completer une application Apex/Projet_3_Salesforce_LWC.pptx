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1"/>
    <p:restoredTop sz="94760"/>
  </p:normalViewPr>
  <p:slideViewPr>
    <p:cSldViewPr snapToGrid="0" snapToObjects="1">
      <p:cViewPr varScale="1">
        <p:scale>
          <a:sx n="95" d="100"/>
          <a:sy n="95" d="100"/>
        </p:scale>
        <p:origin x="1952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01E502-3EDA-44EE-931A-24A62402E3A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D185C38-1E3C-48BA-BA18-7A7CEE2B10E5}">
      <dgm:prSet/>
      <dgm:spPr/>
      <dgm:t>
        <a:bodyPr/>
        <a:lstStyle/>
        <a:p>
          <a:pPr>
            <a:defRPr cap="all"/>
          </a:pPr>
          <a:r>
            <a:rPr lang="en-US"/>
            <a:t>• Créer des composants LWC</a:t>
          </a:r>
        </a:p>
      </dgm:t>
    </dgm:pt>
    <dgm:pt modelId="{8949F218-F36B-4ABE-A18D-AA2F08D8508A}" type="parTrans" cxnId="{6D483310-3EA2-463C-A42B-A6514584ECA2}">
      <dgm:prSet/>
      <dgm:spPr/>
      <dgm:t>
        <a:bodyPr/>
        <a:lstStyle/>
        <a:p>
          <a:endParaRPr lang="en-US"/>
        </a:p>
      </dgm:t>
    </dgm:pt>
    <dgm:pt modelId="{EDC2CED3-6DF9-487A-86B1-09937EF2F905}" type="sibTrans" cxnId="{6D483310-3EA2-463C-A42B-A6514584ECA2}">
      <dgm:prSet/>
      <dgm:spPr/>
      <dgm:t>
        <a:bodyPr/>
        <a:lstStyle/>
        <a:p>
          <a:endParaRPr lang="en-US"/>
        </a:p>
      </dgm:t>
    </dgm:pt>
    <dgm:pt modelId="{6668A909-834E-40A5-91A9-4EC3671DE1EC}">
      <dgm:prSet/>
      <dgm:spPr/>
      <dgm:t>
        <a:bodyPr/>
        <a:lstStyle/>
        <a:p>
          <a:pPr>
            <a:defRPr cap="all"/>
          </a:pPr>
          <a:r>
            <a:rPr lang="en-US"/>
            <a:t>• Manipuler les données Salesforce</a:t>
          </a:r>
        </a:p>
      </dgm:t>
    </dgm:pt>
    <dgm:pt modelId="{4F3E5D7D-99CA-4719-8F0B-BCA69A2658FA}" type="parTrans" cxnId="{832808D1-7F1D-4D6C-8362-7AB63F47E527}">
      <dgm:prSet/>
      <dgm:spPr/>
      <dgm:t>
        <a:bodyPr/>
        <a:lstStyle/>
        <a:p>
          <a:endParaRPr lang="en-US"/>
        </a:p>
      </dgm:t>
    </dgm:pt>
    <dgm:pt modelId="{0DB3E5F8-67F9-461C-BAE8-8DB6948715F1}" type="sibTrans" cxnId="{832808D1-7F1D-4D6C-8362-7AB63F47E527}">
      <dgm:prSet/>
      <dgm:spPr/>
      <dgm:t>
        <a:bodyPr/>
        <a:lstStyle/>
        <a:p>
          <a:endParaRPr lang="en-US"/>
        </a:p>
      </dgm:t>
    </dgm:pt>
    <dgm:pt modelId="{8B257A8A-5CBA-4D63-8C4B-F60132F6A28A}">
      <dgm:prSet/>
      <dgm:spPr/>
      <dgm:t>
        <a:bodyPr/>
        <a:lstStyle/>
        <a:p>
          <a:pPr>
            <a:defRPr cap="all"/>
          </a:pPr>
          <a:r>
            <a:rPr lang="en-US"/>
            <a:t>• Utiliser Apex et Wire Service</a:t>
          </a:r>
        </a:p>
      </dgm:t>
    </dgm:pt>
    <dgm:pt modelId="{A4755796-88B5-4C5D-BA44-13B76A1E307F}" type="parTrans" cxnId="{A33AAD07-3F6D-48F8-9893-9AA2F2443F47}">
      <dgm:prSet/>
      <dgm:spPr/>
      <dgm:t>
        <a:bodyPr/>
        <a:lstStyle/>
        <a:p>
          <a:endParaRPr lang="en-US"/>
        </a:p>
      </dgm:t>
    </dgm:pt>
    <dgm:pt modelId="{C2B35F82-E5A7-4DC6-A6B2-F15A5E800E7B}" type="sibTrans" cxnId="{A33AAD07-3F6D-48F8-9893-9AA2F2443F47}">
      <dgm:prSet/>
      <dgm:spPr/>
      <dgm:t>
        <a:bodyPr/>
        <a:lstStyle/>
        <a:p>
          <a:endParaRPr lang="en-US"/>
        </a:p>
      </dgm:t>
    </dgm:pt>
    <dgm:pt modelId="{E8879D1B-C4C1-41AC-BCCC-D86A3EC4F20D}">
      <dgm:prSet/>
      <dgm:spPr/>
      <dgm:t>
        <a:bodyPr/>
        <a:lstStyle/>
        <a:p>
          <a:pPr>
            <a:defRPr cap="all"/>
          </a:pPr>
          <a:r>
            <a:rPr lang="en-US"/>
            <a:t>• Déployer sur des pages Lightning</a:t>
          </a:r>
        </a:p>
      </dgm:t>
    </dgm:pt>
    <dgm:pt modelId="{AF392373-4CF0-4787-9E1D-57DA5D99E1AB}" type="parTrans" cxnId="{3606C1E1-CC31-4B3D-9EFE-E35A8611C522}">
      <dgm:prSet/>
      <dgm:spPr/>
      <dgm:t>
        <a:bodyPr/>
        <a:lstStyle/>
        <a:p>
          <a:endParaRPr lang="en-US"/>
        </a:p>
      </dgm:t>
    </dgm:pt>
    <dgm:pt modelId="{7B01CA66-8FE5-4C1F-AD06-37DF823829BC}" type="sibTrans" cxnId="{3606C1E1-CC31-4B3D-9EFE-E35A8611C522}">
      <dgm:prSet/>
      <dgm:spPr/>
      <dgm:t>
        <a:bodyPr/>
        <a:lstStyle/>
        <a:p>
          <a:endParaRPr lang="en-US"/>
        </a:p>
      </dgm:t>
    </dgm:pt>
    <dgm:pt modelId="{237E3F8B-3A4D-411A-8467-8A5DF7FFDA3C}" type="pres">
      <dgm:prSet presAssocID="{2001E502-3EDA-44EE-931A-24A62402E3AB}" presName="root" presStyleCnt="0">
        <dgm:presLayoutVars>
          <dgm:dir/>
          <dgm:resizeHandles val="exact"/>
        </dgm:presLayoutVars>
      </dgm:prSet>
      <dgm:spPr/>
    </dgm:pt>
    <dgm:pt modelId="{6636E8E1-2776-4291-BDDF-CE7186559B22}" type="pres">
      <dgm:prSet presAssocID="{7D185C38-1E3C-48BA-BA18-7A7CEE2B10E5}" presName="compNode" presStyleCnt="0"/>
      <dgm:spPr/>
    </dgm:pt>
    <dgm:pt modelId="{442E1270-D22C-4FD4-84F9-2032123120A1}" type="pres">
      <dgm:prSet presAssocID="{7D185C38-1E3C-48BA-BA18-7A7CEE2B10E5}" presName="iconBgRect" presStyleLbl="bgShp" presStyleIdx="0" presStyleCnt="4"/>
      <dgm:spPr/>
    </dgm:pt>
    <dgm:pt modelId="{0128D665-2E22-43E0-81B0-5261CDA20501}" type="pres">
      <dgm:prSet presAssocID="{7D185C38-1E3C-48BA-BA18-7A7CEE2B10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867C1A1E-14B5-4CC5-B518-73DD94144324}" type="pres">
      <dgm:prSet presAssocID="{7D185C38-1E3C-48BA-BA18-7A7CEE2B10E5}" presName="spaceRect" presStyleCnt="0"/>
      <dgm:spPr/>
    </dgm:pt>
    <dgm:pt modelId="{46799130-286D-47E2-AF8C-BBFFE2A7ED85}" type="pres">
      <dgm:prSet presAssocID="{7D185C38-1E3C-48BA-BA18-7A7CEE2B10E5}" presName="textRect" presStyleLbl="revTx" presStyleIdx="0" presStyleCnt="4">
        <dgm:presLayoutVars>
          <dgm:chMax val="1"/>
          <dgm:chPref val="1"/>
        </dgm:presLayoutVars>
      </dgm:prSet>
      <dgm:spPr/>
    </dgm:pt>
    <dgm:pt modelId="{AD18CD0B-9B39-4C21-8805-D5658ED85063}" type="pres">
      <dgm:prSet presAssocID="{EDC2CED3-6DF9-487A-86B1-09937EF2F905}" presName="sibTrans" presStyleCnt="0"/>
      <dgm:spPr/>
    </dgm:pt>
    <dgm:pt modelId="{66F86EAB-1CDE-45A8-862E-A882E6EB9040}" type="pres">
      <dgm:prSet presAssocID="{6668A909-834E-40A5-91A9-4EC3671DE1EC}" presName="compNode" presStyleCnt="0"/>
      <dgm:spPr/>
    </dgm:pt>
    <dgm:pt modelId="{DA2FF311-5329-4D36-9CDF-1CC26453C476}" type="pres">
      <dgm:prSet presAssocID="{6668A909-834E-40A5-91A9-4EC3671DE1EC}" presName="iconBgRect" presStyleLbl="bgShp" presStyleIdx="1" presStyleCnt="4"/>
      <dgm:spPr/>
    </dgm:pt>
    <dgm:pt modelId="{D9156F21-0FE5-40FE-9E3E-DE3A98C34927}" type="pres">
      <dgm:prSet presAssocID="{6668A909-834E-40A5-91A9-4EC3671DE1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A8176D31-A628-40D5-ABE3-BF68164EADD9}" type="pres">
      <dgm:prSet presAssocID="{6668A909-834E-40A5-91A9-4EC3671DE1EC}" presName="spaceRect" presStyleCnt="0"/>
      <dgm:spPr/>
    </dgm:pt>
    <dgm:pt modelId="{131FAE56-CE46-46F2-B0C9-3B0459D3DCF9}" type="pres">
      <dgm:prSet presAssocID="{6668A909-834E-40A5-91A9-4EC3671DE1EC}" presName="textRect" presStyleLbl="revTx" presStyleIdx="1" presStyleCnt="4">
        <dgm:presLayoutVars>
          <dgm:chMax val="1"/>
          <dgm:chPref val="1"/>
        </dgm:presLayoutVars>
      </dgm:prSet>
      <dgm:spPr/>
    </dgm:pt>
    <dgm:pt modelId="{D5A73772-0FB8-4842-A0AF-B2CE556EB946}" type="pres">
      <dgm:prSet presAssocID="{0DB3E5F8-67F9-461C-BAE8-8DB6948715F1}" presName="sibTrans" presStyleCnt="0"/>
      <dgm:spPr/>
    </dgm:pt>
    <dgm:pt modelId="{065B438B-6FF5-4284-ACBF-B06222DE3D57}" type="pres">
      <dgm:prSet presAssocID="{8B257A8A-5CBA-4D63-8C4B-F60132F6A28A}" presName="compNode" presStyleCnt="0"/>
      <dgm:spPr/>
    </dgm:pt>
    <dgm:pt modelId="{AD42813E-6C3A-4A47-A697-F58F36D107E0}" type="pres">
      <dgm:prSet presAssocID="{8B257A8A-5CBA-4D63-8C4B-F60132F6A28A}" presName="iconBgRect" presStyleLbl="bgShp" presStyleIdx="2" presStyleCnt="4"/>
      <dgm:spPr/>
    </dgm:pt>
    <dgm:pt modelId="{2011CD88-8FE7-4D8E-B091-0C779EE9E3A9}" type="pres">
      <dgm:prSet presAssocID="{8B257A8A-5CBA-4D63-8C4B-F60132F6A28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uette"/>
        </a:ext>
      </dgm:extLst>
    </dgm:pt>
    <dgm:pt modelId="{4888A249-0B72-498B-A5AA-1C308990FF74}" type="pres">
      <dgm:prSet presAssocID="{8B257A8A-5CBA-4D63-8C4B-F60132F6A28A}" presName="spaceRect" presStyleCnt="0"/>
      <dgm:spPr/>
    </dgm:pt>
    <dgm:pt modelId="{B4F2E478-CA86-4CFE-8648-18BC272D4181}" type="pres">
      <dgm:prSet presAssocID="{8B257A8A-5CBA-4D63-8C4B-F60132F6A28A}" presName="textRect" presStyleLbl="revTx" presStyleIdx="2" presStyleCnt="4">
        <dgm:presLayoutVars>
          <dgm:chMax val="1"/>
          <dgm:chPref val="1"/>
        </dgm:presLayoutVars>
      </dgm:prSet>
      <dgm:spPr/>
    </dgm:pt>
    <dgm:pt modelId="{D3B27AB6-0B46-4C2D-9ACC-58039691D662}" type="pres">
      <dgm:prSet presAssocID="{C2B35F82-E5A7-4DC6-A6B2-F15A5E800E7B}" presName="sibTrans" presStyleCnt="0"/>
      <dgm:spPr/>
    </dgm:pt>
    <dgm:pt modelId="{543E3AD6-0208-4933-8DFF-D92AAEBE2B42}" type="pres">
      <dgm:prSet presAssocID="{E8879D1B-C4C1-41AC-BCCC-D86A3EC4F20D}" presName="compNode" presStyleCnt="0"/>
      <dgm:spPr/>
    </dgm:pt>
    <dgm:pt modelId="{6D92DFD3-F27C-41E7-B36D-4D437A325883}" type="pres">
      <dgm:prSet presAssocID="{E8879D1B-C4C1-41AC-BCCC-D86A3EC4F20D}" presName="iconBgRect" presStyleLbl="bgShp" presStyleIdx="3" presStyleCnt="4"/>
      <dgm:spPr/>
    </dgm:pt>
    <dgm:pt modelId="{6C44CC12-11F7-4A99-8FBC-875076B0279C}" type="pres">
      <dgm:prSet presAssocID="{E8879D1B-C4C1-41AC-BCCC-D86A3EC4F2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udre"/>
        </a:ext>
      </dgm:extLst>
    </dgm:pt>
    <dgm:pt modelId="{8F0D509D-94F8-4B46-A20A-421AD1EE7CE0}" type="pres">
      <dgm:prSet presAssocID="{E8879D1B-C4C1-41AC-BCCC-D86A3EC4F20D}" presName="spaceRect" presStyleCnt="0"/>
      <dgm:spPr/>
    </dgm:pt>
    <dgm:pt modelId="{2377688E-9B8C-4CA0-98B1-9BC6A963C7EB}" type="pres">
      <dgm:prSet presAssocID="{E8879D1B-C4C1-41AC-BCCC-D86A3EC4F2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33AAD07-3F6D-48F8-9893-9AA2F2443F47}" srcId="{2001E502-3EDA-44EE-931A-24A62402E3AB}" destId="{8B257A8A-5CBA-4D63-8C4B-F60132F6A28A}" srcOrd="2" destOrd="0" parTransId="{A4755796-88B5-4C5D-BA44-13B76A1E307F}" sibTransId="{C2B35F82-E5A7-4DC6-A6B2-F15A5E800E7B}"/>
    <dgm:cxn modelId="{6D483310-3EA2-463C-A42B-A6514584ECA2}" srcId="{2001E502-3EDA-44EE-931A-24A62402E3AB}" destId="{7D185C38-1E3C-48BA-BA18-7A7CEE2B10E5}" srcOrd="0" destOrd="0" parTransId="{8949F218-F36B-4ABE-A18D-AA2F08D8508A}" sibTransId="{EDC2CED3-6DF9-487A-86B1-09937EF2F905}"/>
    <dgm:cxn modelId="{6B3EC85E-814F-41A4-B4DB-7C1E3156B83B}" type="presOf" srcId="{6668A909-834E-40A5-91A9-4EC3671DE1EC}" destId="{131FAE56-CE46-46F2-B0C9-3B0459D3DCF9}" srcOrd="0" destOrd="0" presId="urn:microsoft.com/office/officeart/2018/5/layout/IconCircleLabelList"/>
    <dgm:cxn modelId="{9E61F480-6168-46AC-9685-D51FCFA30A02}" type="presOf" srcId="{2001E502-3EDA-44EE-931A-24A62402E3AB}" destId="{237E3F8B-3A4D-411A-8467-8A5DF7FFDA3C}" srcOrd="0" destOrd="0" presId="urn:microsoft.com/office/officeart/2018/5/layout/IconCircleLabelList"/>
    <dgm:cxn modelId="{A9EF258B-736B-40F2-83CA-85F831564081}" type="presOf" srcId="{8B257A8A-5CBA-4D63-8C4B-F60132F6A28A}" destId="{B4F2E478-CA86-4CFE-8648-18BC272D4181}" srcOrd="0" destOrd="0" presId="urn:microsoft.com/office/officeart/2018/5/layout/IconCircleLabelList"/>
    <dgm:cxn modelId="{832808D1-7F1D-4D6C-8362-7AB63F47E527}" srcId="{2001E502-3EDA-44EE-931A-24A62402E3AB}" destId="{6668A909-834E-40A5-91A9-4EC3671DE1EC}" srcOrd="1" destOrd="0" parTransId="{4F3E5D7D-99CA-4719-8F0B-BCA69A2658FA}" sibTransId="{0DB3E5F8-67F9-461C-BAE8-8DB6948715F1}"/>
    <dgm:cxn modelId="{7C7282DE-A858-4D18-8BA7-EF4C53C3C2A4}" type="presOf" srcId="{E8879D1B-C4C1-41AC-BCCC-D86A3EC4F20D}" destId="{2377688E-9B8C-4CA0-98B1-9BC6A963C7EB}" srcOrd="0" destOrd="0" presId="urn:microsoft.com/office/officeart/2018/5/layout/IconCircleLabelList"/>
    <dgm:cxn modelId="{3606C1E1-CC31-4B3D-9EFE-E35A8611C522}" srcId="{2001E502-3EDA-44EE-931A-24A62402E3AB}" destId="{E8879D1B-C4C1-41AC-BCCC-D86A3EC4F20D}" srcOrd="3" destOrd="0" parTransId="{AF392373-4CF0-4787-9E1D-57DA5D99E1AB}" sibTransId="{7B01CA66-8FE5-4C1F-AD06-37DF823829BC}"/>
    <dgm:cxn modelId="{F618C9F6-2A3B-459C-A788-E14921588875}" type="presOf" srcId="{7D185C38-1E3C-48BA-BA18-7A7CEE2B10E5}" destId="{46799130-286D-47E2-AF8C-BBFFE2A7ED85}" srcOrd="0" destOrd="0" presId="urn:microsoft.com/office/officeart/2018/5/layout/IconCircleLabelList"/>
    <dgm:cxn modelId="{6D3DBF41-AC73-4357-8337-C258E0864107}" type="presParOf" srcId="{237E3F8B-3A4D-411A-8467-8A5DF7FFDA3C}" destId="{6636E8E1-2776-4291-BDDF-CE7186559B22}" srcOrd="0" destOrd="0" presId="urn:microsoft.com/office/officeart/2018/5/layout/IconCircleLabelList"/>
    <dgm:cxn modelId="{B29A76C8-9126-4235-894C-A3A649BE665A}" type="presParOf" srcId="{6636E8E1-2776-4291-BDDF-CE7186559B22}" destId="{442E1270-D22C-4FD4-84F9-2032123120A1}" srcOrd="0" destOrd="0" presId="urn:microsoft.com/office/officeart/2018/5/layout/IconCircleLabelList"/>
    <dgm:cxn modelId="{8D96DEFF-AD93-4561-BFAE-98A94F26DE8B}" type="presParOf" srcId="{6636E8E1-2776-4291-BDDF-CE7186559B22}" destId="{0128D665-2E22-43E0-81B0-5261CDA20501}" srcOrd="1" destOrd="0" presId="urn:microsoft.com/office/officeart/2018/5/layout/IconCircleLabelList"/>
    <dgm:cxn modelId="{8DE67A3D-839C-409E-8AD9-918A746D57CC}" type="presParOf" srcId="{6636E8E1-2776-4291-BDDF-CE7186559B22}" destId="{867C1A1E-14B5-4CC5-B518-73DD94144324}" srcOrd="2" destOrd="0" presId="urn:microsoft.com/office/officeart/2018/5/layout/IconCircleLabelList"/>
    <dgm:cxn modelId="{DE5FB08A-436A-469C-82E3-3162A680274C}" type="presParOf" srcId="{6636E8E1-2776-4291-BDDF-CE7186559B22}" destId="{46799130-286D-47E2-AF8C-BBFFE2A7ED85}" srcOrd="3" destOrd="0" presId="urn:microsoft.com/office/officeart/2018/5/layout/IconCircleLabelList"/>
    <dgm:cxn modelId="{4CF680C2-FFF4-43F7-9DED-8BE56A73E26A}" type="presParOf" srcId="{237E3F8B-3A4D-411A-8467-8A5DF7FFDA3C}" destId="{AD18CD0B-9B39-4C21-8805-D5658ED85063}" srcOrd="1" destOrd="0" presId="urn:microsoft.com/office/officeart/2018/5/layout/IconCircleLabelList"/>
    <dgm:cxn modelId="{675B9C6C-0AA8-4C4B-8523-74E07D6AA691}" type="presParOf" srcId="{237E3F8B-3A4D-411A-8467-8A5DF7FFDA3C}" destId="{66F86EAB-1CDE-45A8-862E-A882E6EB9040}" srcOrd="2" destOrd="0" presId="urn:microsoft.com/office/officeart/2018/5/layout/IconCircleLabelList"/>
    <dgm:cxn modelId="{FEC9144D-D99B-417F-A2B4-BE7CF24B334C}" type="presParOf" srcId="{66F86EAB-1CDE-45A8-862E-A882E6EB9040}" destId="{DA2FF311-5329-4D36-9CDF-1CC26453C476}" srcOrd="0" destOrd="0" presId="urn:microsoft.com/office/officeart/2018/5/layout/IconCircleLabelList"/>
    <dgm:cxn modelId="{B8EE92A2-4E66-4570-A01D-467AB11B4DF8}" type="presParOf" srcId="{66F86EAB-1CDE-45A8-862E-A882E6EB9040}" destId="{D9156F21-0FE5-40FE-9E3E-DE3A98C34927}" srcOrd="1" destOrd="0" presId="urn:microsoft.com/office/officeart/2018/5/layout/IconCircleLabelList"/>
    <dgm:cxn modelId="{68174636-BA2B-4B4E-BD0B-07398414A888}" type="presParOf" srcId="{66F86EAB-1CDE-45A8-862E-A882E6EB9040}" destId="{A8176D31-A628-40D5-ABE3-BF68164EADD9}" srcOrd="2" destOrd="0" presId="urn:microsoft.com/office/officeart/2018/5/layout/IconCircleLabelList"/>
    <dgm:cxn modelId="{926E5613-15AA-4DE7-9B3A-C1CCDDACC393}" type="presParOf" srcId="{66F86EAB-1CDE-45A8-862E-A882E6EB9040}" destId="{131FAE56-CE46-46F2-B0C9-3B0459D3DCF9}" srcOrd="3" destOrd="0" presId="urn:microsoft.com/office/officeart/2018/5/layout/IconCircleLabelList"/>
    <dgm:cxn modelId="{EF37A8B6-6936-41F4-BABC-67FC2E8DD23A}" type="presParOf" srcId="{237E3F8B-3A4D-411A-8467-8A5DF7FFDA3C}" destId="{D5A73772-0FB8-4842-A0AF-B2CE556EB946}" srcOrd="3" destOrd="0" presId="urn:microsoft.com/office/officeart/2018/5/layout/IconCircleLabelList"/>
    <dgm:cxn modelId="{E417D51F-47AC-4E4F-837D-9A0DB818F68C}" type="presParOf" srcId="{237E3F8B-3A4D-411A-8467-8A5DF7FFDA3C}" destId="{065B438B-6FF5-4284-ACBF-B06222DE3D57}" srcOrd="4" destOrd="0" presId="urn:microsoft.com/office/officeart/2018/5/layout/IconCircleLabelList"/>
    <dgm:cxn modelId="{197EAF0C-C84F-425D-A94A-887F3EC15D55}" type="presParOf" srcId="{065B438B-6FF5-4284-ACBF-B06222DE3D57}" destId="{AD42813E-6C3A-4A47-A697-F58F36D107E0}" srcOrd="0" destOrd="0" presId="urn:microsoft.com/office/officeart/2018/5/layout/IconCircleLabelList"/>
    <dgm:cxn modelId="{876533A8-D5F6-415B-A3C6-D2471CADB11D}" type="presParOf" srcId="{065B438B-6FF5-4284-ACBF-B06222DE3D57}" destId="{2011CD88-8FE7-4D8E-B091-0C779EE9E3A9}" srcOrd="1" destOrd="0" presId="urn:microsoft.com/office/officeart/2018/5/layout/IconCircleLabelList"/>
    <dgm:cxn modelId="{6DE95FE1-DD09-486D-9A2F-33CB209BE097}" type="presParOf" srcId="{065B438B-6FF5-4284-ACBF-B06222DE3D57}" destId="{4888A249-0B72-498B-A5AA-1C308990FF74}" srcOrd="2" destOrd="0" presId="urn:microsoft.com/office/officeart/2018/5/layout/IconCircleLabelList"/>
    <dgm:cxn modelId="{10F442FA-B8E1-48CF-AD81-A961BDE3DE1D}" type="presParOf" srcId="{065B438B-6FF5-4284-ACBF-B06222DE3D57}" destId="{B4F2E478-CA86-4CFE-8648-18BC272D4181}" srcOrd="3" destOrd="0" presId="urn:microsoft.com/office/officeart/2018/5/layout/IconCircleLabelList"/>
    <dgm:cxn modelId="{6185F320-03C9-4794-8F11-B836136D159A}" type="presParOf" srcId="{237E3F8B-3A4D-411A-8467-8A5DF7FFDA3C}" destId="{D3B27AB6-0B46-4C2D-9ACC-58039691D662}" srcOrd="5" destOrd="0" presId="urn:microsoft.com/office/officeart/2018/5/layout/IconCircleLabelList"/>
    <dgm:cxn modelId="{1FD749BF-16B4-461D-A592-CAEC28F99F6E}" type="presParOf" srcId="{237E3F8B-3A4D-411A-8467-8A5DF7FFDA3C}" destId="{543E3AD6-0208-4933-8DFF-D92AAEBE2B42}" srcOrd="6" destOrd="0" presId="urn:microsoft.com/office/officeart/2018/5/layout/IconCircleLabelList"/>
    <dgm:cxn modelId="{D0149356-BF4D-4181-846E-B10087876F35}" type="presParOf" srcId="{543E3AD6-0208-4933-8DFF-D92AAEBE2B42}" destId="{6D92DFD3-F27C-41E7-B36D-4D437A325883}" srcOrd="0" destOrd="0" presId="urn:microsoft.com/office/officeart/2018/5/layout/IconCircleLabelList"/>
    <dgm:cxn modelId="{A39AA087-2DD3-420F-8090-C3D50A9BF1A9}" type="presParOf" srcId="{543E3AD6-0208-4933-8DFF-D92AAEBE2B42}" destId="{6C44CC12-11F7-4A99-8FBC-875076B0279C}" srcOrd="1" destOrd="0" presId="urn:microsoft.com/office/officeart/2018/5/layout/IconCircleLabelList"/>
    <dgm:cxn modelId="{09F468FA-4EC7-443F-8F4C-6BDE3C533B6E}" type="presParOf" srcId="{543E3AD6-0208-4933-8DFF-D92AAEBE2B42}" destId="{8F0D509D-94F8-4B46-A20A-421AD1EE7CE0}" srcOrd="2" destOrd="0" presId="urn:microsoft.com/office/officeart/2018/5/layout/IconCircleLabelList"/>
    <dgm:cxn modelId="{2573063A-F85C-4A22-82D7-1CC2BF60755F}" type="presParOf" srcId="{543E3AD6-0208-4933-8DFF-D92AAEBE2B42}" destId="{2377688E-9B8C-4CA0-98B1-9BC6A963C7E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3935FA-29C4-45E1-B512-B57D6B26797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DC688F2B-1685-4DB8-AFDC-1309436C4287}">
      <dgm:prSet/>
      <dgm:spPr/>
      <dgm:t>
        <a:bodyPr/>
        <a:lstStyle/>
        <a:p>
          <a:pPr>
            <a:defRPr cap="all"/>
          </a:pPr>
          <a:r>
            <a:rPr lang="en-US"/>
            <a:t>• Utilisation de lightning-record-form</a:t>
          </a:r>
        </a:p>
      </dgm:t>
    </dgm:pt>
    <dgm:pt modelId="{D9A750F1-CB0D-400B-97C5-5E43D002D330}" type="parTrans" cxnId="{58BCE2AB-32B4-4577-87B3-292CBE18C8CA}">
      <dgm:prSet/>
      <dgm:spPr/>
      <dgm:t>
        <a:bodyPr/>
        <a:lstStyle/>
        <a:p>
          <a:endParaRPr lang="en-US"/>
        </a:p>
      </dgm:t>
    </dgm:pt>
    <dgm:pt modelId="{C7F97AD7-29C0-4BF2-858E-9621E3396D1D}" type="sibTrans" cxnId="{58BCE2AB-32B4-4577-87B3-292CBE18C8CA}">
      <dgm:prSet/>
      <dgm:spPr/>
      <dgm:t>
        <a:bodyPr/>
        <a:lstStyle/>
        <a:p>
          <a:endParaRPr lang="en-US"/>
        </a:p>
      </dgm:t>
    </dgm:pt>
    <dgm:pt modelId="{0873BFC5-FFBF-4109-9C9C-C08227C543E3}">
      <dgm:prSet/>
      <dgm:spPr/>
      <dgm:t>
        <a:bodyPr/>
        <a:lstStyle/>
        <a:p>
          <a:pPr>
            <a:defRPr cap="all"/>
          </a:pPr>
          <a:r>
            <a:rPr lang="en-US"/>
            <a:t>• Création de contacts</a:t>
          </a:r>
        </a:p>
      </dgm:t>
    </dgm:pt>
    <dgm:pt modelId="{1E94C3A9-0B1E-411F-8D15-23AD18E0BEBC}" type="parTrans" cxnId="{F26FD4F3-4952-48C3-AFFD-1EAA2BBD5570}">
      <dgm:prSet/>
      <dgm:spPr/>
      <dgm:t>
        <a:bodyPr/>
        <a:lstStyle/>
        <a:p>
          <a:endParaRPr lang="en-US"/>
        </a:p>
      </dgm:t>
    </dgm:pt>
    <dgm:pt modelId="{C7FCF0BD-76DC-43A6-94E7-2D3CC3B67F03}" type="sibTrans" cxnId="{F26FD4F3-4952-48C3-AFFD-1EAA2BBD5570}">
      <dgm:prSet/>
      <dgm:spPr/>
      <dgm:t>
        <a:bodyPr/>
        <a:lstStyle/>
        <a:p>
          <a:endParaRPr lang="en-US"/>
        </a:p>
      </dgm:t>
    </dgm:pt>
    <dgm:pt modelId="{1EA9C39A-738C-42C8-91D1-8ECAEAA8C6AC}">
      <dgm:prSet/>
      <dgm:spPr/>
      <dgm:t>
        <a:bodyPr/>
        <a:lstStyle/>
        <a:p>
          <a:pPr>
            <a:defRPr cap="all"/>
          </a:pPr>
          <a:r>
            <a:rPr lang="en-US"/>
            <a:t>• Gestion de l’événement onsuccess</a:t>
          </a:r>
        </a:p>
      </dgm:t>
    </dgm:pt>
    <dgm:pt modelId="{208494E3-E82B-4344-82FA-95957126FBA5}" type="parTrans" cxnId="{4DCE88E1-186F-4F14-A141-8C2DD0A12F4F}">
      <dgm:prSet/>
      <dgm:spPr/>
      <dgm:t>
        <a:bodyPr/>
        <a:lstStyle/>
        <a:p>
          <a:endParaRPr lang="en-US"/>
        </a:p>
      </dgm:t>
    </dgm:pt>
    <dgm:pt modelId="{A64BA7E6-A2E7-4C0D-A267-4A106C3831EC}" type="sibTrans" cxnId="{4DCE88E1-186F-4F14-A141-8C2DD0A12F4F}">
      <dgm:prSet/>
      <dgm:spPr/>
      <dgm:t>
        <a:bodyPr/>
        <a:lstStyle/>
        <a:p>
          <a:endParaRPr lang="en-US"/>
        </a:p>
      </dgm:t>
    </dgm:pt>
    <dgm:pt modelId="{DED546E3-5249-4419-841B-D9134078A095}">
      <dgm:prSet/>
      <dgm:spPr/>
      <dgm:t>
        <a:bodyPr/>
        <a:lstStyle/>
        <a:p>
          <a:pPr>
            <a:defRPr cap="all"/>
          </a:pPr>
          <a:r>
            <a:rPr lang="en-US"/>
            <a:t>• Affichage d’un toast</a:t>
          </a:r>
        </a:p>
      </dgm:t>
    </dgm:pt>
    <dgm:pt modelId="{166E6B87-041E-4B8C-9785-76BD512245FF}" type="parTrans" cxnId="{CF5EA0F1-8E25-4FEE-A3FA-4C95DE2BA78F}">
      <dgm:prSet/>
      <dgm:spPr/>
      <dgm:t>
        <a:bodyPr/>
        <a:lstStyle/>
        <a:p>
          <a:endParaRPr lang="en-US"/>
        </a:p>
      </dgm:t>
    </dgm:pt>
    <dgm:pt modelId="{00CF3964-3E95-4BA4-8102-45131342BC26}" type="sibTrans" cxnId="{CF5EA0F1-8E25-4FEE-A3FA-4C95DE2BA78F}">
      <dgm:prSet/>
      <dgm:spPr/>
      <dgm:t>
        <a:bodyPr/>
        <a:lstStyle/>
        <a:p>
          <a:endParaRPr lang="en-US"/>
        </a:p>
      </dgm:t>
    </dgm:pt>
    <dgm:pt modelId="{89B2AA96-B524-470F-B573-123DCF91C5F9}" type="pres">
      <dgm:prSet presAssocID="{4A3935FA-29C4-45E1-B512-B57D6B26797A}" presName="root" presStyleCnt="0">
        <dgm:presLayoutVars>
          <dgm:dir/>
          <dgm:resizeHandles val="exact"/>
        </dgm:presLayoutVars>
      </dgm:prSet>
      <dgm:spPr/>
    </dgm:pt>
    <dgm:pt modelId="{29388700-11FE-4A70-8231-DD458CF66FAE}" type="pres">
      <dgm:prSet presAssocID="{DC688F2B-1685-4DB8-AFDC-1309436C4287}" presName="compNode" presStyleCnt="0"/>
      <dgm:spPr/>
    </dgm:pt>
    <dgm:pt modelId="{C4F37BFE-EDDB-4168-B8A3-BD6ACA214A01}" type="pres">
      <dgm:prSet presAssocID="{DC688F2B-1685-4DB8-AFDC-1309436C428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7622835-F26F-4BE2-BEC7-D5B69B1A77E4}" type="pres">
      <dgm:prSet presAssocID="{DC688F2B-1685-4DB8-AFDC-1309436C42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udre"/>
        </a:ext>
      </dgm:extLst>
    </dgm:pt>
    <dgm:pt modelId="{9428BDC9-8FE6-4649-B5A5-2F57A8B9C5FE}" type="pres">
      <dgm:prSet presAssocID="{DC688F2B-1685-4DB8-AFDC-1309436C4287}" presName="spaceRect" presStyleCnt="0"/>
      <dgm:spPr/>
    </dgm:pt>
    <dgm:pt modelId="{BC19BCB9-1EFA-4C29-AE88-952F9FAA0ABE}" type="pres">
      <dgm:prSet presAssocID="{DC688F2B-1685-4DB8-AFDC-1309436C4287}" presName="textRect" presStyleLbl="revTx" presStyleIdx="0" presStyleCnt="4">
        <dgm:presLayoutVars>
          <dgm:chMax val="1"/>
          <dgm:chPref val="1"/>
        </dgm:presLayoutVars>
      </dgm:prSet>
      <dgm:spPr/>
    </dgm:pt>
    <dgm:pt modelId="{45E75BB4-C3D7-429F-9606-A88C16799AC6}" type="pres">
      <dgm:prSet presAssocID="{C7F97AD7-29C0-4BF2-858E-9621E3396D1D}" presName="sibTrans" presStyleCnt="0"/>
      <dgm:spPr/>
    </dgm:pt>
    <dgm:pt modelId="{78D51E29-001C-4036-AA36-5D1EEDEE05A7}" type="pres">
      <dgm:prSet presAssocID="{0873BFC5-FFBF-4109-9C9C-C08227C543E3}" presName="compNode" presStyleCnt="0"/>
      <dgm:spPr/>
    </dgm:pt>
    <dgm:pt modelId="{AAFAF015-156C-442D-931A-112D4F68A04A}" type="pres">
      <dgm:prSet presAssocID="{0873BFC5-FFBF-4109-9C9C-C08227C543E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0B22EB2-6035-466D-8848-59464E876631}" type="pres">
      <dgm:prSet presAssocID="{0873BFC5-FFBF-4109-9C9C-C08227C543E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174F2C76-6903-4F5B-9600-B4CE69B1292A}" type="pres">
      <dgm:prSet presAssocID="{0873BFC5-FFBF-4109-9C9C-C08227C543E3}" presName="spaceRect" presStyleCnt="0"/>
      <dgm:spPr/>
    </dgm:pt>
    <dgm:pt modelId="{41300306-2241-475C-9423-24F7FE979B59}" type="pres">
      <dgm:prSet presAssocID="{0873BFC5-FFBF-4109-9C9C-C08227C543E3}" presName="textRect" presStyleLbl="revTx" presStyleIdx="1" presStyleCnt="4">
        <dgm:presLayoutVars>
          <dgm:chMax val="1"/>
          <dgm:chPref val="1"/>
        </dgm:presLayoutVars>
      </dgm:prSet>
      <dgm:spPr/>
    </dgm:pt>
    <dgm:pt modelId="{50BB2D36-A2E0-41BC-BAB2-C11DA94BEBCC}" type="pres">
      <dgm:prSet presAssocID="{C7FCF0BD-76DC-43A6-94E7-2D3CC3B67F03}" presName="sibTrans" presStyleCnt="0"/>
      <dgm:spPr/>
    </dgm:pt>
    <dgm:pt modelId="{0170981F-BC2A-47BD-92DF-20C69BC27D63}" type="pres">
      <dgm:prSet presAssocID="{1EA9C39A-738C-42C8-91D1-8ECAEAA8C6AC}" presName="compNode" presStyleCnt="0"/>
      <dgm:spPr/>
    </dgm:pt>
    <dgm:pt modelId="{88E43E89-9FD9-40EE-B2F8-F5F0D6D0EDBB}" type="pres">
      <dgm:prSet presAssocID="{1EA9C39A-738C-42C8-91D1-8ECAEAA8C6AC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C7950C2-D5C7-4CA2-A0DE-2B4DE94FBFD9}" type="pres">
      <dgm:prSet presAssocID="{1EA9C39A-738C-42C8-91D1-8ECAEAA8C6A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FB7634C0-94D7-4619-9AC2-D773DA7B8E95}" type="pres">
      <dgm:prSet presAssocID="{1EA9C39A-738C-42C8-91D1-8ECAEAA8C6AC}" presName="spaceRect" presStyleCnt="0"/>
      <dgm:spPr/>
    </dgm:pt>
    <dgm:pt modelId="{079AC55F-D738-4F82-9896-2C469513AE62}" type="pres">
      <dgm:prSet presAssocID="{1EA9C39A-738C-42C8-91D1-8ECAEAA8C6AC}" presName="textRect" presStyleLbl="revTx" presStyleIdx="2" presStyleCnt="4">
        <dgm:presLayoutVars>
          <dgm:chMax val="1"/>
          <dgm:chPref val="1"/>
        </dgm:presLayoutVars>
      </dgm:prSet>
      <dgm:spPr/>
    </dgm:pt>
    <dgm:pt modelId="{7F0F9ACD-8ECB-41D8-803F-5D522375E315}" type="pres">
      <dgm:prSet presAssocID="{A64BA7E6-A2E7-4C0D-A267-4A106C3831EC}" presName="sibTrans" presStyleCnt="0"/>
      <dgm:spPr/>
    </dgm:pt>
    <dgm:pt modelId="{C88FA5E7-B0D0-444C-8F87-19B43EE0F108}" type="pres">
      <dgm:prSet presAssocID="{DED546E3-5249-4419-841B-D9134078A095}" presName="compNode" presStyleCnt="0"/>
      <dgm:spPr/>
    </dgm:pt>
    <dgm:pt modelId="{F73F727C-99F6-4FE8-984E-A0A1DC21255E}" type="pres">
      <dgm:prSet presAssocID="{DED546E3-5249-4419-841B-D9134078A095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ED034F7-F040-43E0-853B-E0807C241E7E}" type="pres">
      <dgm:prSet presAssocID="{DED546E3-5249-4419-841B-D9134078A09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agne Glasses"/>
        </a:ext>
      </dgm:extLst>
    </dgm:pt>
    <dgm:pt modelId="{6CB032D0-C928-485D-8AEA-7007FD29574F}" type="pres">
      <dgm:prSet presAssocID="{DED546E3-5249-4419-841B-D9134078A095}" presName="spaceRect" presStyleCnt="0"/>
      <dgm:spPr/>
    </dgm:pt>
    <dgm:pt modelId="{5F3E06A7-C9F5-43F0-A163-67074C353F91}" type="pres">
      <dgm:prSet presAssocID="{DED546E3-5249-4419-841B-D9134078A09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ABDC72A-028A-4608-9F3A-2AABF4F771E1}" type="presOf" srcId="{4A3935FA-29C4-45E1-B512-B57D6B26797A}" destId="{89B2AA96-B524-470F-B573-123DCF91C5F9}" srcOrd="0" destOrd="0" presId="urn:microsoft.com/office/officeart/2018/5/layout/IconLeafLabelList"/>
    <dgm:cxn modelId="{E4E7DA6F-AEF9-4429-B6FA-D906EF1C6C27}" type="presOf" srcId="{DC688F2B-1685-4DB8-AFDC-1309436C4287}" destId="{BC19BCB9-1EFA-4C29-AE88-952F9FAA0ABE}" srcOrd="0" destOrd="0" presId="urn:microsoft.com/office/officeart/2018/5/layout/IconLeafLabelList"/>
    <dgm:cxn modelId="{4CEE43A1-EE7F-4D4E-A631-4F3F327037E3}" type="presOf" srcId="{DED546E3-5249-4419-841B-D9134078A095}" destId="{5F3E06A7-C9F5-43F0-A163-67074C353F91}" srcOrd="0" destOrd="0" presId="urn:microsoft.com/office/officeart/2018/5/layout/IconLeafLabelList"/>
    <dgm:cxn modelId="{77EDF6A4-15CB-41BB-8D12-22F68B47B3A6}" type="presOf" srcId="{1EA9C39A-738C-42C8-91D1-8ECAEAA8C6AC}" destId="{079AC55F-D738-4F82-9896-2C469513AE62}" srcOrd="0" destOrd="0" presId="urn:microsoft.com/office/officeart/2018/5/layout/IconLeafLabelList"/>
    <dgm:cxn modelId="{58BCE2AB-32B4-4577-87B3-292CBE18C8CA}" srcId="{4A3935FA-29C4-45E1-B512-B57D6B26797A}" destId="{DC688F2B-1685-4DB8-AFDC-1309436C4287}" srcOrd="0" destOrd="0" parTransId="{D9A750F1-CB0D-400B-97C5-5E43D002D330}" sibTransId="{C7F97AD7-29C0-4BF2-858E-9621E3396D1D}"/>
    <dgm:cxn modelId="{2C41E2DE-A6F1-4350-8B1F-193ABCE495E3}" type="presOf" srcId="{0873BFC5-FFBF-4109-9C9C-C08227C543E3}" destId="{41300306-2241-475C-9423-24F7FE979B59}" srcOrd="0" destOrd="0" presId="urn:microsoft.com/office/officeart/2018/5/layout/IconLeafLabelList"/>
    <dgm:cxn modelId="{4DCE88E1-186F-4F14-A141-8C2DD0A12F4F}" srcId="{4A3935FA-29C4-45E1-B512-B57D6B26797A}" destId="{1EA9C39A-738C-42C8-91D1-8ECAEAA8C6AC}" srcOrd="2" destOrd="0" parTransId="{208494E3-E82B-4344-82FA-95957126FBA5}" sibTransId="{A64BA7E6-A2E7-4C0D-A267-4A106C3831EC}"/>
    <dgm:cxn modelId="{CF5EA0F1-8E25-4FEE-A3FA-4C95DE2BA78F}" srcId="{4A3935FA-29C4-45E1-B512-B57D6B26797A}" destId="{DED546E3-5249-4419-841B-D9134078A095}" srcOrd="3" destOrd="0" parTransId="{166E6B87-041E-4B8C-9785-76BD512245FF}" sibTransId="{00CF3964-3E95-4BA4-8102-45131342BC26}"/>
    <dgm:cxn modelId="{F26FD4F3-4952-48C3-AFFD-1EAA2BBD5570}" srcId="{4A3935FA-29C4-45E1-B512-B57D6B26797A}" destId="{0873BFC5-FFBF-4109-9C9C-C08227C543E3}" srcOrd="1" destOrd="0" parTransId="{1E94C3A9-0B1E-411F-8D15-23AD18E0BEBC}" sibTransId="{C7FCF0BD-76DC-43A6-94E7-2D3CC3B67F03}"/>
    <dgm:cxn modelId="{76574C59-4124-43D7-99A9-9B035AB1AF1C}" type="presParOf" srcId="{89B2AA96-B524-470F-B573-123DCF91C5F9}" destId="{29388700-11FE-4A70-8231-DD458CF66FAE}" srcOrd="0" destOrd="0" presId="urn:microsoft.com/office/officeart/2018/5/layout/IconLeafLabelList"/>
    <dgm:cxn modelId="{B5FE38B6-E54B-45EE-AC69-9F8B54415F87}" type="presParOf" srcId="{29388700-11FE-4A70-8231-DD458CF66FAE}" destId="{C4F37BFE-EDDB-4168-B8A3-BD6ACA214A01}" srcOrd="0" destOrd="0" presId="urn:microsoft.com/office/officeart/2018/5/layout/IconLeafLabelList"/>
    <dgm:cxn modelId="{4370F85B-40D5-444F-943D-B89505BF007E}" type="presParOf" srcId="{29388700-11FE-4A70-8231-DD458CF66FAE}" destId="{07622835-F26F-4BE2-BEC7-D5B69B1A77E4}" srcOrd="1" destOrd="0" presId="urn:microsoft.com/office/officeart/2018/5/layout/IconLeafLabelList"/>
    <dgm:cxn modelId="{60FDED16-169E-4CA7-B255-E02CED7C208B}" type="presParOf" srcId="{29388700-11FE-4A70-8231-DD458CF66FAE}" destId="{9428BDC9-8FE6-4649-B5A5-2F57A8B9C5FE}" srcOrd="2" destOrd="0" presId="urn:microsoft.com/office/officeart/2018/5/layout/IconLeafLabelList"/>
    <dgm:cxn modelId="{9B89752D-A073-4D78-B389-C33F0BE40348}" type="presParOf" srcId="{29388700-11FE-4A70-8231-DD458CF66FAE}" destId="{BC19BCB9-1EFA-4C29-AE88-952F9FAA0ABE}" srcOrd="3" destOrd="0" presId="urn:microsoft.com/office/officeart/2018/5/layout/IconLeafLabelList"/>
    <dgm:cxn modelId="{938103C1-A5D2-4FE4-9B73-A759C8405C1C}" type="presParOf" srcId="{89B2AA96-B524-470F-B573-123DCF91C5F9}" destId="{45E75BB4-C3D7-429F-9606-A88C16799AC6}" srcOrd="1" destOrd="0" presId="urn:microsoft.com/office/officeart/2018/5/layout/IconLeafLabelList"/>
    <dgm:cxn modelId="{993FCFEA-0E31-4A29-8699-F9719B207640}" type="presParOf" srcId="{89B2AA96-B524-470F-B573-123DCF91C5F9}" destId="{78D51E29-001C-4036-AA36-5D1EEDEE05A7}" srcOrd="2" destOrd="0" presId="urn:microsoft.com/office/officeart/2018/5/layout/IconLeafLabelList"/>
    <dgm:cxn modelId="{CA6BAA7C-60A4-4A68-84BE-F5E2449AC1E4}" type="presParOf" srcId="{78D51E29-001C-4036-AA36-5D1EEDEE05A7}" destId="{AAFAF015-156C-442D-931A-112D4F68A04A}" srcOrd="0" destOrd="0" presId="urn:microsoft.com/office/officeart/2018/5/layout/IconLeafLabelList"/>
    <dgm:cxn modelId="{92ED30DF-229B-4076-B3C8-30FDE01A3E83}" type="presParOf" srcId="{78D51E29-001C-4036-AA36-5D1EEDEE05A7}" destId="{40B22EB2-6035-466D-8848-59464E876631}" srcOrd="1" destOrd="0" presId="urn:microsoft.com/office/officeart/2018/5/layout/IconLeafLabelList"/>
    <dgm:cxn modelId="{19C7D2E9-E654-48A7-ADC8-958A1588548F}" type="presParOf" srcId="{78D51E29-001C-4036-AA36-5D1EEDEE05A7}" destId="{174F2C76-6903-4F5B-9600-B4CE69B1292A}" srcOrd="2" destOrd="0" presId="urn:microsoft.com/office/officeart/2018/5/layout/IconLeafLabelList"/>
    <dgm:cxn modelId="{367B9AB8-EA5D-4265-B45C-F85EA43B33FC}" type="presParOf" srcId="{78D51E29-001C-4036-AA36-5D1EEDEE05A7}" destId="{41300306-2241-475C-9423-24F7FE979B59}" srcOrd="3" destOrd="0" presId="urn:microsoft.com/office/officeart/2018/5/layout/IconLeafLabelList"/>
    <dgm:cxn modelId="{18B0ABE8-A2E8-4BCD-9FC4-72606DF7C829}" type="presParOf" srcId="{89B2AA96-B524-470F-B573-123DCF91C5F9}" destId="{50BB2D36-A2E0-41BC-BAB2-C11DA94BEBCC}" srcOrd="3" destOrd="0" presId="urn:microsoft.com/office/officeart/2018/5/layout/IconLeafLabelList"/>
    <dgm:cxn modelId="{A981B98F-6C23-4EE2-8683-174D281A6185}" type="presParOf" srcId="{89B2AA96-B524-470F-B573-123DCF91C5F9}" destId="{0170981F-BC2A-47BD-92DF-20C69BC27D63}" srcOrd="4" destOrd="0" presId="urn:microsoft.com/office/officeart/2018/5/layout/IconLeafLabelList"/>
    <dgm:cxn modelId="{5452B706-73AA-4A7F-A1EA-24C04D7B15E2}" type="presParOf" srcId="{0170981F-BC2A-47BD-92DF-20C69BC27D63}" destId="{88E43E89-9FD9-40EE-B2F8-F5F0D6D0EDBB}" srcOrd="0" destOrd="0" presId="urn:microsoft.com/office/officeart/2018/5/layout/IconLeafLabelList"/>
    <dgm:cxn modelId="{FC59C296-4B15-457F-B5A6-296849C15A7E}" type="presParOf" srcId="{0170981F-BC2A-47BD-92DF-20C69BC27D63}" destId="{CC7950C2-D5C7-4CA2-A0DE-2B4DE94FBFD9}" srcOrd="1" destOrd="0" presId="urn:microsoft.com/office/officeart/2018/5/layout/IconLeafLabelList"/>
    <dgm:cxn modelId="{356C674C-DB32-4492-A2F5-2F40EE73DC78}" type="presParOf" srcId="{0170981F-BC2A-47BD-92DF-20C69BC27D63}" destId="{FB7634C0-94D7-4619-9AC2-D773DA7B8E95}" srcOrd="2" destOrd="0" presId="urn:microsoft.com/office/officeart/2018/5/layout/IconLeafLabelList"/>
    <dgm:cxn modelId="{3CC1267B-9731-440D-9C68-43EA0FC4DFDD}" type="presParOf" srcId="{0170981F-BC2A-47BD-92DF-20C69BC27D63}" destId="{079AC55F-D738-4F82-9896-2C469513AE62}" srcOrd="3" destOrd="0" presId="urn:microsoft.com/office/officeart/2018/5/layout/IconLeafLabelList"/>
    <dgm:cxn modelId="{CD2E54E4-93D2-4DF7-BDDD-4FBC7F7C2192}" type="presParOf" srcId="{89B2AA96-B524-470F-B573-123DCF91C5F9}" destId="{7F0F9ACD-8ECB-41D8-803F-5D522375E315}" srcOrd="5" destOrd="0" presId="urn:microsoft.com/office/officeart/2018/5/layout/IconLeafLabelList"/>
    <dgm:cxn modelId="{E4D74E02-AF5F-4465-A723-1E15408B70D7}" type="presParOf" srcId="{89B2AA96-B524-470F-B573-123DCF91C5F9}" destId="{C88FA5E7-B0D0-444C-8F87-19B43EE0F108}" srcOrd="6" destOrd="0" presId="urn:microsoft.com/office/officeart/2018/5/layout/IconLeafLabelList"/>
    <dgm:cxn modelId="{6D997E1D-51B7-402B-91F3-7B93051071A7}" type="presParOf" srcId="{C88FA5E7-B0D0-444C-8F87-19B43EE0F108}" destId="{F73F727C-99F6-4FE8-984E-A0A1DC21255E}" srcOrd="0" destOrd="0" presId="urn:microsoft.com/office/officeart/2018/5/layout/IconLeafLabelList"/>
    <dgm:cxn modelId="{0F2064FE-A54D-4D37-B22F-686651179B04}" type="presParOf" srcId="{C88FA5E7-B0D0-444C-8F87-19B43EE0F108}" destId="{0ED034F7-F040-43E0-853B-E0807C241E7E}" srcOrd="1" destOrd="0" presId="urn:microsoft.com/office/officeart/2018/5/layout/IconLeafLabelList"/>
    <dgm:cxn modelId="{60FC8259-022A-4726-A340-D59F54DF7D4D}" type="presParOf" srcId="{C88FA5E7-B0D0-444C-8F87-19B43EE0F108}" destId="{6CB032D0-C928-485D-8AEA-7007FD29574F}" srcOrd="2" destOrd="0" presId="urn:microsoft.com/office/officeart/2018/5/layout/IconLeafLabelList"/>
    <dgm:cxn modelId="{A9356D05-5C48-44CE-AD40-1164ACCB1FA6}" type="presParOf" srcId="{C88FA5E7-B0D0-444C-8F87-19B43EE0F108}" destId="{5F3E06A7-C9F5-43F0-A163-67074C353F9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4BE332-1894-4D32-ADDF-4BE579CD1A4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628D0DD-3F8B-4FA0-A443-DFE7D57FB8C4}">
      <dgm:prSet/>
      <dgm:spPr/>
      <dgm:t>
        <a:bodyPr/>
        <a:lstStyle/>
        <a:p>
          <a:pPr>
            <a:defRPr cap="all"/>
          </a:pPr>
          <a:r>
            <a:rPr lang="en-US"/>
            <a:t>• Affichage des opportunités d’un compte</a:t>
          </a:r>
        </a:p>
      </dgm:t>
    </dgm:pt>
    <dgm:pt modelId="{68AE641E-8799-4375-891C-19663C1DA0B0}" type="parTrans" cxnId="{FE03C32C-986A-4E55-8275-A62861C062C1}">
      <dgm:prSet/>
      <dgm:spPr/>
      <dgm:t>
        <a:bodyPr/>
        <a:lstStyle/>
        <a:p>
          <a:endParaRPr lang="en-US"/>
        </a:p>
      </dgm:t>
    </dgm:pt>
    <dgm:pt modelId="{A97DD51D-966E-4C4A-8A1B-623F7E2E3716}" type="sibTrans" cxnId="{FE03C32C-986A-4E55-8275-A62861C062C1}">
      <dgm:prSet/>
      <dgm:spPr/>
      <dgm:t>
        <a:bodyPr/>
        <a:lstStyle/>
        <a:p>
          <a:endParaRPr lang="en-US"/>
        </a:p>
      </dgm:t>
    </dgm:pt>
    <dgm:pt modelId="{1CA71217-3DDA-420C-9F9D-7E2C6591DD75}">
      <dgm:prSet/>
      <dgm:spPr/>
      <dgm:t>
        <a:bodyPr/>
        <a:lstStyle/>
        <a:p>
          <a:pPr>
            <a:defRPr cap="all"/>
          </a:pPr>
          <a:r>
            <a:rPr lang="en-US"/>
            <a:t>• lightning-datatable</a:t>
          </a:r>
        </a:p>
      </dgm:t>
    </dgm:pt>
    <dgm:pt modelId="{7FB10B9A-F906-435D-87D7-6F9D72CD877C}" type="parTrans" cxnId="{85D10E2E-A2C2-4BBD-955A-872CAC7D12D0}">
      <dgm:prSet/>
      <dgm:spPr/>
      <dgm:t>
        <a:bodyPr/>
        <a:lstStyle/>
        <a:p>
          <a:endParaRPr lang="en-US"/>
        </a:p>
      </dgm:t>
    </dgm:pt>
    <dgm:pt modelId="{DD5DF412-9AC2-4642-8823-38B27171A043}" type="sibTrans" cxnId="{85D10E2E-A2C2-4BBD-955A-872CAC7D12D0}">
      <dgm:prSet/>
      <dgm:spPr/>
      <dgm:t>
        <a:bodyPr/>
        <a:lstStyle/>
        <a:p>
          <a:endParaRPr lang="en-US"/>
        </a:p>
      </dgm:t>
    </dgm:pt>
    <dgm:pt modelId="{E21D8D54-C4F8-41FE-AF9B-2D519C29FDC4}">
      <dgm:prSet/>
      <dgm:spPr/>
      <dgm:t>
        <a:bodyPr/>
        <a:lstStyle/>
        <a:p>
          <a:pPr>
            <a:defRPr cap="all"/>
          </a:pPr>
          <a:r>
            <a:rPr lang="en-US"/>
            <a:t>• Wire Apex</a:t>
          </a:r>
        </a:p>
      </dgm:t>
    </dgm:pt>
    <dgm:pt modelId="{7502EB77-9DC9-49E9-975C-ED6939E3A819}" type="parTrans" cxnId="{9CAB724F-E35B-4792-81C6-4892C0F2F2EF}">
      <dgm:prSet/>
      <dgm:spPr/>
      <dgm:t>
        <a:bodyPr/>
        <a:lstStyle/>
        <a:p>
          <a:endParaRPr lang="en-US"/>
        </a:p>
      </dgm:t>
    </dgm:pt>
    <dgm:pt modelId="{3913CE6F-545E-4FFE-8CDC-BE105662DB71}" type="sibTrans" cxnId="{9CAB724F-E35B-4792-81C6-4892C0F2F2EF}">
      <dgm:prSet/>
      <dgm:spPr/>
      <dgm:t>
        <a:bodyPr/>
        <a:lstStyle/>
        <a:p>
          <a:endParaRPr lang="en-US"/>
        </a:p>
      </dgm:t>
    </dgm:pt>
    <dgm:pt modelId="{82E1BC3A-3B69-46F9-A0C1-6DE44963714E}">
      <dgm:prSet/>
      <dgm:spPr/>
      <dgm:t>
        <a:bodyPr/>
        <a:lstStyle/>
        <a:p>
          <a:pPr>
            <a:defRPr cap="all"/>
          </a:pPr>
          <a:r>
            <a:rPr lang="en-US"/>
            <a:t>• Bouton Rafraîchir</a:t>
          </a:r>
        </a:p>
      </dgm:t>
    </dgm:pt>
    <dgm:pt modelId="{35847C80-5D32-453F-8BF4-EF529140E243}" type="parTrans" cxnId="{27FD5DDC-FF33-40BD-A492-4D1135038F4E}">
      <dgm:prSet/>
      <dgm:spPr/>
      <dgm:t>
        <a:bodyPr/>
        <a:lstStyle/>
        <a:p>
          <a:endParaRPr lang="en-US"/>
        </a:p>
      </dgm:t>
    </dgm:pt>
    <dgm:pt modelId="{C7A82944-E04A-436E-B627-1449CB8B64AD}" type="sibTrans" cxnId="{27FD5DDC-FF33-40BD-A492-4D1135038F4E}">
      <dgm:prSet/>
      <dgm:spPr/>
      <dgm:t>
        <a:bodyPr/>
        <a:lstStyle/>
        <a:p>
          <a:endParaRPr lang="en-US"/>
        </a:p>
      </dgm:t>
    </dgm:pt>
    <dgm:pt modelId="{FA29F20C-9482-4AE2-8492-D964AF5BCB26}" type="pres">
      <dgm:prSet presAssocID="{5B4BE332-1894-4D32-ADDF-4BE579CD1A49}" presName="root" presStyleCnt="0">
        <dgm:presLayoutVars>
          <dgm:dir/>
          <dgm:resizeHandles val="exact"/>
        </dgm:presLayoutVars>
      </dgm:prSet>
      <dgm:spPr/>
    </dgm:pt>
    <dgm:pt modelId="{3F94116B-7522-404C-A797-3C6491922897}" type="pres">
      <dgm:prSet presAssocID="{5628D0DD-3F8B-4FA0-A443-DFE7D57FB8C4}" presName="compNode" presStyleCnt="0"/>
      <dgm:spPr/>
    </dgm:pt>
    <dgm:pt modelId="{DBAC02F7-457D-469F-9A2C-D020174282AD}" type="pres">
      <dgm:prSet presAssocID="{5628D0DD-3F8B-4FA0-A443-DFE7D57FB8C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96A48CB-FB59-4160-BE8A-3BB49A2E750D}" type="pres">
      <dgm:prSet presAssocID="{5628D0DD-3F8B-4FA0-A443-DFE7D57FB8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toile"/>
        </a:ext>
      </dgm:extLst>
    </dgm:pt>
    <dgm:pt modelId="{2ED55B66-E35E-44F2-A992-C050F1FB5789}" type="pres">
      <dgm:prSet presAssocID="{5628D0DD-3F8B-4FA0-A443-DFE7D57FB8C4}" presName="spaceRect" presStyleCnt="0"/>
      <dgm:spPr/>
    </dgm:pt>
    <dgm:pt modelId="{A99E4782-6F4D-47A8-A927-492ADAC6311F}" type="pres">
      <dgm:prSet presAssocID="{5628D0DD-3F8B-4FA0-A443-DFE7D57FB8C4}" presName="textRect" presStyleLbl="revTx" presStyleIdx="0" presStyleCnt="4">
        <dgm:presLayoutVars>
          <dgm:chMax val="1"/>
          <dgm:chPref val="1"/>
        </dgm:presLayoutVars>
      </dgm:prSet>
      <dgm:spPr/>
    </dgm:pt>
    <dgm:pt modelId="{3E1E5325-E8A3-4303-AF4F-DEE93FCCF5D1}" type="pres">
      <dgm:prSet presAssocID="{A97DD51D-966E-4C4A-8A1B-623F7E2E3716}" presName="sibTrans" presStyleCnt="0"/>
      <dgm:spPr/>
    </dgm:pt>
    <dgm:pt modelId="{BB179C93-F1CE-4CC3-8335-B371E6832741}" type="pres">
      <dgm:prSet presAssocID="{1CA71217-3DDA-420C-9F9D-7E2C6591DD75}" presName="compNode" presStyleCnt="0"/>
      <dgm:spPr/>
    </dgm:pt>
    <dgm:pt modelId="{2BC17A93-95D2-4ECF-B8F1-D2D23EF00CB3}" type="pres">
      <dgm:prSet presAssocID="{1CA71217-3DDA-420C-9F9D-7E2C6591DD7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AF38E90-7F4D-4EB0-9990-23D95F21AF54}" type="pres">
      <dgm:prSet presAssocID="{1CA71217-3DDA-420C-9F9D-7E2C6591DD7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udre"/>
        </a:ext>
      </dgm:extLst>
    </dgm:pt>
    <dgm:pt modelId="{8F8899AA-C0B6-4250-816F-7022F8549992}" type="pres">
      <dgm:prSet presAssocID="{1CA71217-3DDA-420C-9F9D-7E2C6591DD75}" presName="spaceRect" presStyleCnt="0"/>
      <dgm:spPr/>
    </dgm:pt>
    <dgm:pt modelId="{EC02FB9D-BA64-4E27-8536-E18BB05F58D7}" type="pres">
      <dgm:prSet presAssocID="{1CA71217-3DDA-420C-9F9D-7E2C6591DD75}" presName="textRect" presStyleLbl="revTx" presStyleIdx="1" presStyleCnt="4">
        <dgm:presLayoutVars>
          <dgm:chMax val="1"/>
          <dgm:chPref val="1"/>
        </dgm:presLayoutVars>
      </dgm:prSet>
      <dgm:spPr/>
    </dgm:pt>
    <dgm:pt modelId="{9E312FF7-584D-4BB9-8890-B83BE08B002B}" type="pres">
      <dgm:prSet presAssocID="{DD5DF412-9AC2-4642-8823-38B27171A043}" presName="sibTrans" presStyleCnt="0"/>
      <dgm:spPr/>
    </dgm:pt>
    <dgm:pt modelId="{C47879C4-F5FA-45F3-A5C0-695E17933B1A}" type="pres">
      <dgm:prSet presAssocID="{E21D8D54-C4F8-41FE-AF9B-2D519C29FDC4}" presName="compNode" presStyleCnt="0"/>
      <dgm:spPr/>
    </dgm:pt>
    <dgm:pt modelId="{E1F0101C-C90D-448F-B22F-A639B12795B7}" type="pres">
      <dgm:prSet presAssocID="{E21D8D54-C4F8-41FE-AF9B-2D519C29FDC4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8EAF392-D9F0-40F4-ADF8-339C22D64912}" type="pres">
      <dgm:prSet presAssocID="{E21D8D54-C4F8-41FE-AF9B-2D519C29FD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èces"/>
        </a:ext>
      </dgm:extLst>
    </dgm:pt>
    <dgm:pt modelId="{EAB751C9-CC68-455B-889B-DB3D95877FF5}" type="pres">
      <dgm:prSet presAssocID="{E21D8D54-C4F8-41FE-AF9B-2D519C29FDC4}" presName="spaceRect" presStyleCnt="0"/>
      <dgm:spPr/>
    </dgm:pt>
    <dgm:pt modelId="{DBC2AE7A-DF1E-4B85-80E9-0A64348083D3}" type="pres">
      <dgm:prSet presAssocID="{E21D8D54-C4F8-41FE-AF9B-2D519C29FDC4}" presName="textRect" presStyleLbl="revTx" presStyleIdx="2" presStyleCnt="4">
        <dgm:presLayoutVars>
          <dgm:chMax val="1"/>
          <dgm:chPref val="1"/>
        </dgm:presLayoutVars>
      </dgm:prSet>
      <dgm:spPr/>
    </dgm:pt>
    <dgm:pt modelId="{F7379357-455D-4B6F-9608-8A887123FBA2}" type="pres">
      <dgm:prSet presAssocID="{3913CE6F-545E-4FFE-8CDC-BE105662DB71}" presName="sibTrans" presStyleCnt="0"/>
      <dgm:spPr/>
    </dgm:pt>
    <dgm:pt modelId="{90FEAD90-F1A5-4E24-9F5D-9399E7E10E76}" type="pres">
      <dgm:prSet presAssocID="{82E1BC3A-3B69-46F9-A0C1-6DE44963714E}" presName="compNode" presStyleCnt="0"/>
      <dgm:spPr/>
    </dgm:pt>
    <dgm:pt modelId="{0B58553D-44A8-4C90-A529-83B2EF16B27F}" type="pres">
      <dgm:prSet presAssocID="{82E1BC3A-3B69-46F9-A0C1-6DE44963714E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061CA94-E06D-4BF0-9BC3-8CD07D2D6740}" type="pres">
      <dgm:prSet presAssocID="{82E1BC3A-3B69-46F9-A0C1-6DE44963714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tilateur"/>
        </a:ext>
      </dgm:extLst>
    </dgm:pt>
    <dgm:pt modelId="{581C9295-9416-4150-BC85-CA05E2BBCF7B}" type="pres">
      <dgm:prSet presAssocID="{82E1BC3A-3B69-46F9-A0C1-6DE44963714E}" presName="spaceRect" presStyleCnt="0"/>
      <dgm:spPr/>
    </dgm:pt>
    <dgm:pt modelId="{5082DBF0-1F39-4CF2-B510-39C0AA6B7777}" type="pres">
      <dgm:prSet presAssocID="{82E1BC3A-3B69-46F9-A0C1-6DE44963714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E03C32C-986A-4E55-8275-A62861C062C1}" srcId="{5B4BE332-1894-4D32-ADDF-4BE579CD1A49}" destId="{5628D0DD-3F8B-4FA0-A443-DFE7D57FB8C4}" srcOrd="0" destOrd="0" parTransId="{68AE641E-8799-4375-891C-19663C1DA0B0}" sibTransId="{A97DD51D-966E-4C4A-8A1B-623F7E2E3716}"/>
    <dgm:cxn modelId="{85D10E2E-A2C2-4BBD-955A-872CAC7D12D0}" srcId="{5B4BE332-1894-4D32-ADDF-4BE579CD1A49}" destId="{1CA71217-3DDA-420C-9F9D-7E2C6591DD75}" srcOrd="1" destOrd="0" parTransId="{7FB10B9A-F906-435D-87D7-6F9D72CD877C}" sibTransId="{DD5DF412-9AC2-4642-8823-38B27171A043}"/>
    <dgm:cxn modelId="{59929F33-BDB6-448E-9375-EE658F01F096}" type="presOf" srcId="{E21D8D54-C4F8-41FE-AF9B-2D519C29FDC4}" destId="{DBC2AE7A-DF1E-4B85-80E9-0A64348083D3}" srcOrd="0" destOrd="0" presId="urn:microsoft.com/office/officeart/2018/5/layout/IconLeafLabelList"/>
    <dgm:cxn modelId="{DBCB5F43-3C0A-4370-9470-2B8152E33371}" type="presOf" srcId="{5B4BE332-1894-4D32-ADDF-4BE579CD1A49}" destId="{FA29F20C-9482-4AE2-8492-D964AF5BCB26}" srcOrd="0" destOrd="0" presId="urn:microsoft.com/office/officeart/2018/5/layout/IconLeafLabelList"/>
    <dgm:cxn modelId="{9CAB724F-E35B-4792-81C6-4892C0F2F2EF}" srcId="{5B4BE332-1894-4D32-ADDF-4BE579CD1A49}" destId="{E21D8D54-C4F8-41FE-AF9B-2D519C29FDC4}" srcOrd="2" destOrd="0" parTransId="{7502EB77-9DC9-49E9-975C-ED6939E3A819}" sibTransId="{3913CE6F-545E-4FFE-8CDC-BE105662DB71}"/>
    <dgm:cxn modelId="{1CF55651-230B-4380-9ADF-E591935DC45C}" type="presOf" srcId="{1CA71217-3DDA-420C-9F9D-7E2C6591DD75}" destId="{EC02FB9D-BA64-4E27-8536-E18BB05F58D7}" srcOrd="0" destOrd="0" presId="urn:microsoft.com/office/officeart/2018/5/layout/IconLeafLabelList"/>
    <dgm:cxn modelId="{6085E95F-BAD7-4ABC-BA0C-4F2DDA7A9785}" type="presOf" srcId="{5628D0DD-3F8B-4FA0-A443-DFE7D57FB8C4}" destId="{A99E4782-6F4D-47A8-A927-492ADAC6311F}" srcOrd="0" destOrd="0" presId="urn:microsoft.com/office/officeart/2018/5/layout/IconLeafLabelList"/>
    <dgm:cxn modelId="{358E4CD7-BD77-44B9-B27C-58269716338E}" type="presOf" srcId="{82E1BC3A-3B69-46F9-A0C1-6DE44963714E}" destId="{5082DBF0-1F39-4CF2-B510-39C0AA6B7777}" srcOrd="0" destOrd="0" presId="urn:microsoft.com/office/officeart/2018/5/layout/IconLeafLabelList"/>
    <dgm:cxn modelId="{27FD5DDC-FF33-40BD-A492-4D1135038F4E}" srcId="{5B4BE332-1894-4D32-ADDF-4BE579CD1A49}" destId="{82E1BC3A-3B69-46F9-A0C1-6DE44963714E}" srcOrd="3" destOrd="0" parTransId="{35847C80-5D32-453F-8BF4-EF529140E243}" sibTransId="{C7A82944-E04A-436E-B627-1449CB8B64AD}"/>
    <dgm:cxn modelId="{42137D81-30A2-471A-A0C0-9BF3C92A39F6}" type="presParOf" srcId="{FA29F20C-9482-4AE2-8492-D964AF5BCB26}" destId="{3F94116B-7522-404C-A797-3C6491922897}" srcOrd="0" destOrd="0" presId="urn:microsoft.com/office/officeart/2018/5/layout/IconLeafLabelList"/>
    <dgm:cxn modelId="{EF3EEDE4-BCE3-4B98-A0C8-D8C09262B1E3}" type="presParOf" srcId="{3F94116B-7522-404C-A797-3C6491922897}" destId="{DBAC02F7-457D-469F-9A2C-D020174282AD}" srcOrd="0" destOrd="0" presId="urn:microsoft.com/office/officeart/2018/5/layout/IconLeafLabelList"/>
    <dgm:cxn modelId="{6B85E06A-FDDB-43DC-A4D1-22B36894F801}" type="presParOf" srcId="{3F94116B-7522-404C-A797-3C6491922897}" destId="{E96A48CB-FB59-4160-BE8A-3BB49A2E750D}" srcOrd="1" destOrd="0" presId="urn:microsoft.com/office/officeart/2018/5/layout/IconLeafLabelList"/>
    <dgm:cxn modelId="{9CB19EC0-DFEB-4430-9ADF-ACB1312399F5}" type="presParOf" srcId="{3F94116B-7522-404C-A797-3C6491922897}" destId="{2ED55B66-E35E-44F2-A992-C050F1FB5789}" srcOrd="2" destOrd="0" presId="urn:microsoft.com/office/officeart/2018/5/layout/IconLeafLabelList"/>
    <dgm:cxn modelId="{51CC7B25-4AD0-42A0-8770-FEA1A9E01982}" type="presParOf" srcId="{3F94116B-7522-404C-A797-3C6491922897}" destId="{A99E4782-6F4D-47A8-A927-492ADAC6311F}" srcOrd="3" destOrd="0" presId="urn:microsoft.com/office/officeart/2018/5/layout/IconLeafLabelList"/>
    <dgm:cxn modelId="{74E25065-4BB5-46B4-80C1-5C54FFF436D4}" type="presParOf" srcId="{FA29F20C-9482-4AE2-8492-D964AF5BCB26}" destId="{3E1E5325-E8A3-4303-AF4F-DEE93FCCF5D1}" srcOrd="1" destOrd="0" presId="urn:microsoft.com/office/officeart/2018/5/layout/IconLeafLabelList"/>
    <dgm:cxn modelId="{C7B99DAA-463A-4A7F-9928-DD4C99A02EFE}" type="presParOf" srcId="{FA29F20C-9482-4AE2-8492-D964AF5BCB26}" destId="{BB179C93-F1CE-4CC3-8335-B371E6832741}" srcOrd="2" destOrd="0" presId="urn:microsoft.com/office/officeart/2018/5/layout/IconLeafLabelList"/>
    <dgm:cxn modelId="{515FC19A-2505-4816-80BC-374AA9562689}" type="presParOf" srcId="{BB179C93-F1CE-4CC3-8335-B371E6832741}" destId="{2BC17A93-95D2-4ECF-B8F1-D2D23EF00CB3}" srcOrd="0" destOrd="0" presId="urn:microsoft.com/office/officeart/2018/5/layout/IconLeafLabelList"/>
    <dgm:cxn modelId="{41962650-5414-413F-8396-C093367AE9BD}" type="presParOf" srcId="{BB179C93-F1CE-4CC3-8335-B371E6832741}" destId="{1AF38E90-7F4D-4EB0-9990-23D95F21AF54}" srcOrd="1" destOrd="0" presId="urn:microsoft.com/office/officeart/2018/5/layout/IconLeafLabelList"/>
    <dgm:cxn modelId="{A5E0597F-F92F-4A3B-B784-155037C5D073}" type="presParOf" srcId="{BB179C93-F1CE-4CC3-8335-B371E6832741}" destId="{8F8899AA-C0B6-4250-816F-7022F8549992}" srcOrd="2" destOrd="0" presId="urn:microsoft.com/office/officeart/2018/5/layout/IconLeafLabelList"/>
    <dgm:cxn modelId="{AF035842-0B9E-4BC1-A7FA-E72C0F4F4831}" type="presParOf" srcId="{BB179C93-F1CE-4CC3-8335-B371E6832741}" destId="{EC02FB9D-BA64-4E27-8536-E18BB05F58D7}" srcOrd="3" destOrd="0" presId="urn:microsoft.com/office/officeart/2018/5/layout/IconLeafLabelList"/>
    <dgm:cxn modelId="{3BBD1C99-D808-4A99-9B8F-283BFD7B279C}" type="presParOf" srcId="{FA29F20C-9482-4AE2-8492-D964AF5BCB26}" destId="{9E312FF7-584D-4BB9-8890-B83BE08B002B}" srcOrd="3" destOrd="0" presId="urn:microsoft.com/office/officeart/2018/5/layout/IconLeafLabelList"/>
    <dgm:cxn modelId="{A49C2D43-1187-4EB0-B71B-4B9A4557A95E}" type="presParOf" srcId="{FA29F20C-9482-4AE2-8492-D964AF5BCB26}" destId="{C47879C4-F5FA-45F3-A5C0-695E17933B1A}" srcOrd="4" destOrd="0" presId="urn:microsoft.com/office/officeart/2018/5/layout/IconLeafLabelList"/>
    <dgm:cxn modelId="{139FE5BC-AEBB-4F04-BA64-F9FF0BEF2525}" type="presParOf" srcId="{C47879C4-F5FA-45F3-A5C0-695E17933B1A}" destId="{E1F0101C-C90D-448F-B22F-A639B12795B7}" srcOrd="0" destOrd="0" presId="urn:microsoft.com/office/officeart/2018/5/layout/IconLeafLabelList"/>
    <dgm:cxn modelId="{AF1815BE-E112-49CF-B39F-92DFCD85ED1F}" type="presParOf" srcId="{C47879C4-F5FA-45F3-A5C0-695E17933B1A}" destId="{98EAF392-D9F0-40F4-ADF8-339C22D64912}" srcOrd="1" destOrd="0" presId="urn:microsoft.com/office/officeart/2018/5/layout/IconLeafLabelList"/>
    <dgm:cxn modelId="{17B252DF-008F-4CF5-BB4E-A57B16E136E8}" type="presParOf" srcId="{C47879C4-F5FA-45F3-A5C0-695E17933B1A}" destId="{EAB751C9-CC68-455B-889B-DB3D95877FF5}" srcOrd="2" destOrd="0" presId="urn:microsoft.com/office/officeart/2018/5/layout/IconLeafLabelList"/>
    <dgm:cxn modelId="{17AAF6A8-4887-4E23-BFAD-8010CB78E8FF}" type="presParOf" srcId="{C47879C4-F5FA-45F3-A5C0-695E17933B1A}" destId="{DBC2AE7A-DF1E-4B85-80E9-0A64348083D3}" srcOrd="3" destOrd="0" presId="urn:microsoft.com/office/officeart/2018/5/layout/IconLeafLabelList"/>
    <dgm:cxn modelId="{8FE01909-60C5-43C3-98F3-9D32C7C6DF35}" type="presParOf" srcId="{FA29F20C-9482-4AE2-8492-D964AF5BCB26}" destId="{F7379357-455D-4B6F-9608-8A887123FBA2}" srcOrd="5" destOrd="0" presId="urn:microsoft.com/office/officeart/2018/5/layout/IconLeafLabelList"/>
    <dgm:cxn modelId="{08BE70A6-301E-4B9B-99B9-7EF110005425}" type="presParOf" srcId="{FA29F20C-9482-4AE2-8492-D964AF5BCB26}" destId="{90FEAD90-F1A5-4E24-9F5D-9399E7E10E76}" srcOrd="6" destOrd="0" presId="urn:microsoft.com/office/officeart/2018/5/layout/IconLeafLabelList"/>
    <dgm:cxn modelId="{58AB6FA0-0303-4497-9AA4-3B9F1CAD9701}" type="presParOf" srcId="{90FEAD90-F1A5-4E24-9F5D-9399E7E10E76}" destId="{0B58553D-44A8-4C90-A529-83B2EF16B27F}" srcOrd="0" destOrd="0" presId="urn:microsoft.com/office/officeart/2018/5/layout/IconLeafLabelList"/>
    <dgm:cxn modelId="{62CD0A3F-D887-4983-9855-3A1056D1741B}" type="presParOf" srcId="{90FEAD90-F1A5-4E24-9F5D-9399E7E10E76}" destId="{3061CA94-E06D-4BF0-9BC3-8CD07D2D6740}" srcOrd="1" destOrd="0" presId="urn:microsoft.com/office/officeart/2018/5/layout/IconLeafLabelList"/>
    <dgm:cxn modelId="{64E886D0-0758-4CFB-9F07-6A616DCC53C8}" type="presParOf" srcId="{90FEAD90-F1A5-4E24-9F5D-9399E7E10E76}" destId="{581C9295-9416-4150-BC85-CA05E2BBCF7B}" srcOrd="2" destOrd="0" presId="urn:microsoft.com/office/officeart/2018/5/layout/IconLeafLabelList"/>
    <dgm:cxn modelId="{153E28B6-7C7A-40DF-AC2E-5E5EB62A7710}" type="presParOf" srcId="{90FEAD90-F1A5-4E24-9F5D-9399E7E10E76}" destId="{5082DBF0-1F39-4CF2-B510-39C0AA6B777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A99FCE-E51E-4F38-AF2E-4C32E88EFB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01A9B4-E562-4246-B3D4-B24AD5B42095}">
      <dgm:prSet/>
      <dgm:spPr/>
      <dgm:t>
        <a:bodyPr/>
        <a:lstStyle/>
        <a:p>
          <a:r>
            <a:rPr lang="en-US"/>
            <a:t>• Salesforce Lightning Web Components</a:t>
          </a:r>
        </a:p>
      </dgm:t>
    </dgm:pt>
    <dgm:pt modelId="{4057653B-F930-493A-B0E7-F93C0AAABCF0}" type="parTrans" cxnId="{67079C52-546E-4CF7-8F88-CF441590EEB0}">
      <dgm:prSet/>
      <dgm:spPr/>
      <dgm:t>
        <a:bodyPr/>
        <a:lstStyle/>
        <a:p>
          <a:endParaRPr lang="en-US"/>
        </a:p>
      </dgm:t>
    </dgm:pt>
    <dgm:pt modelId="{A0E9E31B-36CD-4102-8A5B-A6495C2455A7}" type="sibTrans" cxnId="{67079C52-546E-4CF7-8F88-CF441590EEB0}">
      <dgm:prSet/>
      <dgm:spPr/>
      <dgm:t>
        <a:bodyPr/>
        <a:lstStyle/>
        <a:p>
          <a:endParaRPr lang="en-US"/>
        </a:p>
      </dgm:t>
    </dgm:pt>
    <dgm:pt modelId="{0D7F2950-BAF1-4658-9E3F-3B3A015D91AA}">
      <dgm:prSet/>
      <dgm:spPr/>
      <dgm:t>
        <a:bodyPr/>
        <a:lstStyle/>
        <a:p>
          <a:r>
            <a:rPr lang="en-US"/>
            <a:t>• Apex</a:t>
          </a:r>
        </a:p>
      </dgm:t>
    </dgm:pt>
    <dgm:pt modelId="{374B5739-5290-434B-8724-EC2DFB3D552D}" type="parTrans" cxnId="{9C4B7E50-DD73-475E-9F6C-E3E1DC28819C}">
      <dgm:prSet/>
      <dgm:spPr/>
      <dgm:t>
        <a:bodyPr/>
        <a:lstStyle/>
        <a:p>
          <a:endParaRPr lang="en-US"/>
        </a:p>
      </dgm:t>
    </dgm:pt>
    <dgm:pt modelId="{2E1DDCDB-0DE2-40D8-8086-975AA4C36AC9}" type="sibTrans" cxnId="{9C4B7E50-DD73-475E-9F6C-E3E1DC28819C}">
      <dgm:prSet/>
      <dgm:spPr/>
      <dgm:t>
        <a:bodyPr/>
        <a:lstStyle/>
        <a:p>
          <a:endParaRPr lang="en-US"/>
        </a:p>
      </dgm:t>
    </dgm:pt>
    <dgm:pt modelId="{FBD8721E-B06C-4535-AA18-EDB01D350789}">
      <dgm:prSet/>
      <dgm:spPr/>
      <dgm:t>
        <a:bodyPr/>
        <a:lstStyle/>
        <a:p>
          <a:r>
            <a:rPr lang="en-US"/>
            <a:t>• SLDS</a:t>
          </a:r>
        </a:p>
      </dgm:t>
    </dgm:pt>
    <dgm:pt modelId="{F8EBAD95-3E37-4D7C-820D-C1941F00E3B9}" type="parTrans" cxnId="{CD0E895E-8E2E-455F-AE0D-B5BF1556AE73}">
      <dgm:prSet/>
      <dgm:spPr/>
      <dgm:t>
        <a:bodyPr/>
        <a:lstStyle/>
        <a:p>
          <a:endParaRPr lang="en-US"/>
        </a:p>
      </dgm:t>
    </dgm:pt>
    <dgm:pt modelId="{94DF32CB-634C-4F2F-9359-41F182B07440}" type="sibTrans" cxnId="{CD0E895E-8E2E-455F-AE0D-B5BF1556AE73}">
      <dgm:prSet/>
      <dgm:spPr/>
      <dgm:t>
        <a:bodyPr/>
        <a:lstStyle/>
        <a:p>
          <a:endParaRPr lang="en-US"/>
        </a:p>
      </dgm:t>
    </dgm:pt>
    <dgm:pt modelId="{E04E4012-8D12-4796-9835-2B18AED7E908}">
      <dgm:prSet/>
      <dgm:spPr/>
      <dgm:t>
        <a:bodyPr/>
        <a:lstStyle/>
        <a:p>
          <a:r>
            <a:rPr lang="en-US"/>
            <a:t>• Visual Studio Code</a:t>
          </a:r>
        </a:p>
      </dgm:t>
    </dgm:pt>
    <dgm:pt modelId="{1581BBC9-65BD-485E-9EA5-45DE95636008}" type="parTrans" cxnId="{6E12A869-1675-43D3-B272-0443B948DC75}">
      <dgm:prSet/>
      <dgm:spPr/>
      <dgm:t>
        <a:bodyPr/>
        <a:lstStyle/>
        <a:p>
          <a:endParaRPr lang="en-US"/>
        </a:p>
      </dgm:t>
    </dgm:pt>
    <dgm:pt modelId="{BD0C597C-5198-4730-A485-ABC69E8C2B03}" type="sibTrans" cxnId="{6E12A869-1675-43D3-B272-0443B948DC75}">
      <dgm:prSet/>
      <dgm:spPr/>
      <dgm:t>
        <a:bodyPr/>
        <a:lstStyle/>
        <a:p>
          <a:endParaRPr lang="en-US"/>
        </a:p>
      </dgm:t>
    </dgm:pt>
    <dgm:pt modelId="{AEFDA701-027C-4F8E-95F9-A9D1E2B75389}" type="pres">
      <dgm:prSet presAssocID="{DFA99FCE-E51E-4F38-AF2E-4C32E88EFB2A}" presName="root" presStyleCnt="0">
        <dgm:presLayoutVars>
          <dgm:dir/>
          <dgm:resizeHandles val="exact"/>
        </dgm:presLayoutVars>
      </dgm:prSet>
      <dgm:spPr/>
    </dgm:pt>
    <dgm:pt modelId="{DE562C69-137A-45E1-937B-1DCB7B9B1852}" type="pres">
      <dgm:prSet presAssocID="{4601A9B4-E562-4246-B3D4-B24AD5B42095}" presName="compNode" presStyleCnt="0"/>
      <dgm:spPr/>
    </dgm:pt>
    <dgm:pt modelId="{1B6946CE-30B4-4B9E-BE08-94527EC62D80}" type="pres">
      <dgm:prSet presAssocID="{4601A9B4-E562-4246-B3D4-B24AD5B42095}" presName="bgRect" presStyleLbl="bgShp" presStyleIdx="0" presStyleCnt="4"/>
      <dgm:spPr/>
    </dgm:pt>
    <dgm:pt modelId="{DA6C244D-9483-49BF-82F7-1CA6768785C6}" type="pres">
      <dgm:prSet presAssocID="{4601A9B4-E562-4246-B3D4-B24AD5B420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udre"/>
        </a:ext>
      </dgm:extLst>
    </dgm:pt>
    <dgm:pt modelId="{4DCB315A-8B22-4316-80F3-D402686E3983}" type="pres">
      <dgm:prSet presAssocID="{4601A9B4-E562-4246-B3D4-B24AD5B42095}" presName="spaceRect" presStyleCnt="0"/>
      <dgm:spPr/>
    </dgm:pt>
    <dgm:pt modelId="{71790B2F-5EF7-4927-843C-255A90F04CB4}" type="pres">
      <dgm:prSet presAssocID="{4601A9B4-E562-4246-B3D4-B24AD5B42095}" presName="parTx" presStyleLbl="revTx" presStyleIdx="0" presStyleCnt="4">
        <dgm:presLayoutVars>
          <dgm:chMax val="0"/>
          <dgm:chPref val="0"/>
        </dgm:presLayoutVars>
      </dgm:prSet>
      <dgm:spPr/>
    </dgm:pt>
    <dgm:pt modelId="{949E11D3-D2B1-4330-804B-D3079A0B5C67}" type="pres">
      <dgm:prSet presAssocID="{A0E9E31B-36CD-4102-8A5B-A6495C2455A7}" presName="sibTrans" presStyleCnt="0"/>
      <dgm:spPr/>
    </dgm:pt>
    <dgm:pt modelId="{21E47C33-FF49-4B41-94A6-DAAD9134632D}" type="pres">
      <dgm:prSet presAssocID="{0D7F2950-BAF1-4658-9E3F-3B3A015D91AA}" presName="compNode" presStyleCnt="0"/>
      <dgm:spPr/>
    </dgm:pt>
    <dgm:pt modelId="{F209F7B2-1BE5-48BA-B7AC-820853024A5B}" type="pres">
      <dgm:prSet presAssocID="{0D7F2950-BAF1-4658-9E3F-3B3A015D91AA}" presName="bgRect" presStyleLbl="bgShp" presStyleIdx="1" presStyleCnt="4"/>
      <dgm:spPr/>
    </dgm:pt>
    <dgm:pt modelId="{FCD48552-96A4-4C9C-AB12-E8336B6C48FA}" type="pres">
      <dgm:prSet presAssocID="{0D7F2950-BAF1-4658-9E3F-3B3A015D91A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uve-souris"/>
        </a:ext>
      </dgm:extLst>
    </dgm:pt>
    <dgm:pt modelId="{D8B867B3-3CD5-45AA-BD21-18AF6C1E7706}" type="pres">
      <dgm:prSet presAssocID="{0D7F2950-BAF1-4658-9E3F-3B3A015D91AA}" presName="spaceRect" presStyleCnt="0"/>
      <dgm:spPr/>
    </dgm:pt>
    <dgm:pt modelId="{29B48C80-2FD2-4D4F-AC56-0FDDE26CBD9A}" type="pres">
      <dgm:prSet presAssocID="{0D7F2950-BAF1-4658-9E3F-3B3A015D91AA}" presName="parTx" presStyleLbl="revTx" presStyleIdx="1" presStyleCnt="4">
        <dgm:presLayoutVars>
          <dgm:chMax val="0"/>
          <dgm:chPref val="0"/>
        </dgm:presLayoutVars>
      </dgm:prSet>
      <dgm:spPr/>
    </dgm:pt>
    <dgm:pt modelId="{EA5BF35A-78CE-48F9-9DA5-AD85182144F9}" type="pres">
      <dgm:prSet presAssocID="{2E1DDCDB-0DE2-40D8-8086-975AA4C36AC9}" presName="sibTrans" presStyleCnt="0"/>
      <dgm:spPr/>
    </dgm:pt>
    <dgm:pt modelId="{A3FAC733-96D9-46C7-BF93-65F80B2DD575}" type="pres">
      <dgm:prSet presAssocID="{FBD8721E-B06C-4535-AA18-EDB01D350789}" presName="compNode" presStyleCnt="0"/>
      <dgm:spPr/>
    </dgm:pt>
    <dgm:pt modelId="{4235D267-EBED-4EE1-9015-D1A550715D56}" type="pres">
      <dgm:prSet presAssocID="{FBD8721E-B06C-4535-AA18-EDB01D350789}" presName="bgRect" presStyleLbl="bgShp" presStyleIdx="2" presStyleCnt="4"/>
      <dgm:spPr/>
    </dgm:pt>
    <dgm:pt modelId="{FDCA5E5F-25B5-45D7-9749-61F34EDC158A}" type="pres">
      <dgm:prSet presAssocID="{FBD8721E-B06C-4535-AA18-EDB01D3507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A4184347-617A-4F4F-959E-DDBFE17D14AD}" type="pres">
      <dgm:prSet presAssocID="{FBD8721E-B06C-4535-AA18-EDB01D350789}" presName="spaceRect" presStyleCnt="0"/>
      <dgm:spPr/>
    </dgm:pt>
    <dgm:pt modelId="{36944591-2736-407B-AE3D-AD01466CD622}" type="pres">
      <dgm:prSet presAssocID="{FBD8721E-B06C-4535-AA18-EDB01D350789}" presName="parTx" presStyleLbl="revTx" presStyleIdx="2" presStyleCnt="4">
        <dgm:presLayoutVars>
          <dgm:chMax val="0"/>
          <dgm:chPref val="0"/>
        </dgm:presLayoutVars>
      </dgm:prSet>
      <dgm:spPr/>
    </dgm:pt>
    <dgm:pt modelId="{46266BB5-64BC-4BBB-BB28-D9FF8397F2E1}" type="pres">
      <dgm:prSet presAssocID="{94DF32CB-634C-4F2F-9359-41F182B07440}" presName="sibTrans" presStyleCnt="0"/>
      <dgm:spPr/>
    </dgm:pt>
    <dgm:pt modelId="{E88A1A4E-060B-4A80-923A-A73451BDDCC9}" type="pres">
      <dgm:prSet presAssocID="{E04E4012-8D12-4796-9835-2B18AED7E908}" presName="compNode" presStyleCnt="0"/>
      <dgm:spPr/>
    </dgm:pt>
    <dgm:pt modelId="{87BC847F-8084-498A-9256-D6959ABAC69D}" type="pres">
      <dgm:prSet presAssocID="{E04E4012-8D12-4796-9835-2B18AED7E908}" presName="bgRect" presStyleLbl="bgShp" presStyleIdx="3" presStyleCnt="4"/>
      <dgm:spPr/>
    </dgm:pt>
    <dgm:pt modelId="{E0DA2B99-F659-4F2D-BB8E-EC5CA21A4F3B}" type="pres">
      <dgm:prSet presAssocID="{E04E4012-8D12-4796-9835-2B18AED7E90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25082E1-A324-4146-9DB8-42863953B4F9}" type="pres">
      <dgm:prSet presAssocID="{E04E4012-8D12-4796-9835-2B18AED7E908}" presName="spaceRect" presStyleCnt="0"/>
      <dgm:spPr/>
    </dgm:pt>
    <dgm:pt modelId="{EBFBE402-BE03-4C53-A8FC-78665E01CABB}" type="pres">
      <dgm:prSet presAssocID="{E04E4012-8D12-4796-9835-2B18AED7E90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C4B7E50-DD73-475E-9F6C-E3E1DC28819C}" srcId="{DFA99FCE-E51E-4F38-AF2E-4C32E88EFB2A}" destId="{0D7F2950-BAF1-4658-9E3F-3B3A015D91AA}" srcOrd="1" destOrd="0" parTransId="{374B5739-5290-434B-8724-EC2DFB3D552D}" sibTransId="{2E1DDCDB-0DE2-40D8-8086-975AA4C36AC9}"/>
    <dgm:cxn modelId="{67079C52-546E-4CF7-8F88-CF441590EEB0}" srcId="{DFA99FCE-E51E-4F38-AF2E-4C32E88EFB2A}" destId="{4601A9B4-E562-4246-B3D4-B24AD5B42095}" srcOrd="0" destOrd="0" parTransId="{4057653B-F930-493A-B0E7-F93C0AAABCF0}" sibTransId="{A0E9E31B-36CD-4102-8A5B-A6495C2455A7}"/>
    <dgm:cxn modelId="{CD0E895E-8E2E-455F-AE0D-B5BF1556AE73}" srcId="{DFA99FCE-E51E-4F38-AF2E-4C32E88EFB2A}" destId="{FBD8721E-B06C-4535-AA18-EDB01D350789}" srcOrd="2" destOrd="0" parTransId="{F8EBAD95-3E37-4D7C-820D-C1941F00E3B9}" sibTransId="{94DF32CB-634C-4F2F-9359-41F182B07440}"/>
    <dgm:cxn modelId="{6E12A869-1675-43D3-B272-0443B948DC75}" srcId="{DFA99FCE-E51E-4F38-AF2E-4C32E88EFB2A}" destId="{E04E4012-8D12-4796-9835-2B18AED7E908}" srcOrd="3" destOrd="0" parTransId="{1581BBC9-65BD-485E-9EA5-45DE95636008}" sibTransId="{BD0C597C-5198-4730-A485-ABC69E8C2B03}"/>
    <dgm:cxn modelId="{24D6DD6D-A5FA-4863-B649-3FDF29FA721B}" type="presOf" srcId="{FBD8721E-B06C-4535-AA18-EDB01D350789}" destId="{36944591-2736-407B-AE3D-AD01466CD622}" srcOrd="0" destOrd="0" presId="urn:microsoft.com/office/officeart/2018/2/layout/IconVerticalSolidList"/>
    <dgm:cxn modelId="{818631B2-F8EF-4EA6-BBA9-1F9FFD649F41}" type="presOf" srcId="{DFA99FCE-E51E-4F38-AF2E-4C32E88EFB2A}" destId="{AEFDA701-027C-4F8E-95F9-A9D1E2B75389}" srcOrd="0" destOrd="0" presId="urn:microsoft.com/office/officeart/2018/2/layout/IconVerticalSolidList"/>
    <dgm:cxn modelId="{44AEFEDD-8C3A-40BE-A78E-40B2CA7E1923}" type="presOf" srcId="{0D7F2950-BAF1-4658-9E3F-3B3A015D91AA}" destId="{29B48C80-2FD2-4D4F-AC56-0FDDE26CBD9A}" srcOrd="0" destOrd="0" presId="urn:microsoft.com/office/officeart/2018/2/layout/IconVerticalSolidList"/>
    <dgm:cxn modelId="{710767E4-9EA8-4274-8CFC-2025575EE8BF}" type="presOf" srcId="{4601A9B4-E562-4246-B3D4-B24AD5B42095}" destId="{71790B2F-5EF7-4927-843C-255A90F04CB4}" srcOrd="0" destOrd="0" presId="urn:microsoft.com/office/officeart/2018/2/layout/IconVerticalSolidList"/>
    <dgm:cxn modelId="{7520A1FA-F9AB-4726-BF71-99779594DDA8}" type="presOf" srcId="{E04E4012-8D12-4796-9835-2B18AED7E908}" destId="{EBFBE402-BE03-4C53-A8FC-78665E01CABB}" srcOrd="0" destOrd="0" presId="urn:microsoft.com/office/officeart/2018/2/layout/IconVerticalSolidList"/>
    <dgm:cxn modelId="{3EC14CBB-3E81-426B-927B-A15117E5CEA0}" type="presParOf" srcId="{AEFDA701-027C-4F8E-95F9-A9D1E2B75389}" destId="{DE562C69-137A-45E1-937B-1DCB7B9B1852}" srcOrd="0" destOrd="0" presId="urn:microsoft.com/office/officeart/2018/2/layout/IconVerticalSolidList"/>
    <dgm:cxn modelId="{2EA16B3B-0AD9-4B46-B143-272773D60715}" type="presParOf" srcId="{DE562C69-137A-45E1-937B-1DCB7B9B1852}" destId="{1B6946CE-30B4-4B9E-BE08-94527EC62D80}" srcOrd="0" destOrd="0" presId="urn:microsoft.com/office/officeart/2018/2/layout/IconVerticalSolidList"/>
    <dgm:cxn modelId="{DADE3C95-D5AE-409F-BFD7-BE883FBD004A}" type="presParOf" srcId="{DE562C69-137A-45E1-937B-1DCB7B9B1852}" destId="{DA6C244D-9483-49BF-82F7-1CA6768785C6}" srcOrd="1" destOrd="0" presId="urn:microsoft.com/office/officeart/2018/2/layout/IconVerticalSolidList"/>
    <dgm:cxn modelId="{F15146B7-E2D3-4A6C-B57D-61AC216EBC8F}" type="presParOf" srcId="{DE562C69-137A-45E1-937B-1DCB7B9B1852}" destId="{4DCB315A-8B22-4316-80F3-D402686E3983}" srcOrd="2" destOrd="0" presId="urn:microsoft.com/office/officeart/2018/2/layout/IconVerticalSolidList"/>
    <dgm:cxn modelId="{F8D1C3AF-7E7C-4456-8D49-E65E2CF747AA}" type="presParOf" srcId="{DE562C69-137A-45E1-937B-1DCB7B9B1852}" destId="{71790B2F-5EF7-4927-843C-255A90F04CB4}" srcOrd="3" destOrd="0" presId="urn:microsoft.com/office/officeart/2018/2/layout/IconVerticalSolidList"/>
    <dgm:cxn modelId="{9C0538E7-DF74-4093-9B32-B0BBAC17DA76}" type="presParOf" srcId="{AEFDA701-027C-4F8E-95F9-A9D1E2B75389}" destId="{949E11D3-D2B1-4330-804B-D3079A0B5C67}" srcOrd="1" destOrd="0" presId="urn:microsoft.com/office/officeart/2018/2/layout/IconVerticalSolidList"/>
    <dgm:cxn modelId="{555CF3E2-7674-43F9-894D-11C002F88F50}" type="presParOf" srcId="{AEFDA701-027C-4F8E-95F9-A9D1E2B75389}" destId="{21E47C33-FF49-4B41-94A6-DAAD9134632D}" srcOrd="2" destOrd="0" presId="urn:microsoft.com/office/officeart/2018/2/layout/IconVerticalSolidList"/>
    <dgm:cxn modelId="{03FD995F-557D-48D7-A7FC-665A777D55EC}" type="presParOf" srcId="{21E47C33-FF49-4B41-94A6-DAAD9134632D}" destId="{F209F7B2-1BE5-48BA-B7AC-820853024A5B}" srcOrd="0" destOrd="0" presId="urn:microsoft.com/office/officeart/2018/2/layout/IconVerticalSolidList"/>
    <dgm:cxn modelId="{DF4B6532-8608-4261-871F-ABDC0A510826}" type="presParOf" srcId="{21E47C33-FF49-4B41-94A6-DAAD9134632D}" destId="{FCD48552-96A4-4C9C-AB12-E8336B6C48FA}" srcOrd="1" destOrd="0" presId="urn:microsoft.com/office/officeart/2018/2/layout/IconVerticalSolidList"/>
    <dgm:cxn modelId="{3D122C30-22F6-4FE5-B443-BD9958B7FCC6}" type="presParOf" srcId="{21E47C33-FF49-4B41-94A6-DAAD9134632D}" destId="{D8B867B3-3CD5-45AA-BD21-18AF6C1E7706}" srcOrd="2" destOrd="0" presId="urn:microsoft.com/office/officeart/2018/2/layout/IconVerticalSolidList"/>
    <dgm:cxn modelId="{66BEE697-5B89-4746-86FE-A3368D515BDF}" type="presParOf" srcId="{21E47C33-FF49-4B41-94A6-DAAD9134632D}" destId="{29B48C80-2FD2-4D4F-AC56-0FDDE26CBD9A}" srcOrd="3" destOrd="0" presId="urn:microsoft.com/office/officeart/2018/2/layout/IconVerticalSolidList"/>
    <dgm:cxn modelId="{6E40396F-5156-4A00-9FC2-2FA0C77AE6AF}" type="presParOf" srcId="{AEFDA701-027C-4F8E-95F9-A9D1E2B75389}" destId="{EA5BF35A-78CE-48F9-9DA5-AD85182144F9}" srcOrd="3" destOrd="0" presId="urn:microsoft.com/office/officeart/2018/2/layout/IconVerticalSolidList"/>
    <dgm:cxn modelId="{0A96A064-26CE-457E-8B50-78C050AD2BBF}" type="presParOf" srcId="{AEFDA701-027C-4F8E-95F9-A9D1E2B75389}" destId="{A3FAC733-96D9-46C7-BF93-65F80B2DD575}" srcOrd="4" destOrd="0" presId="urn:microsoft.com/office/officeart/2018/2/layout/IconVerticalSolidList"/>
    <dgm:cxn modelId="{1FE5CE60-EAFB-4E7F-BEB8-72C87BC06856}" type="presParOf" srcId="{A3FAC733-96D9-46C7-BF93-65F80B2DD575}" destId="{4235D267-EBED-4EE1-9015-D1A550715D56}" srcOrd="0" destOrd="0" presId="urn:microsoft.com/office/officeart/2018/2/layout/IconVerticalSolidList"/>
    <dgm:cxn modelId="{87FD1582-1995-4ECB-9959-02C56EA8A2C0}" type="presParOf" srcId="{A3FAC733-96D9-46C7-BF93-65F80B2DD575}" destId="{FDCA5E5F-25B5-45D7-9749-61F34EDC158A}" srcOrd="1" destOrd="0" presId="urn:microsoft.com/office/officeart/2018/2/layout/IconVerticalSolidList"/>
    <dgm:cxn modelId="{CE45F8A5-288C-4A13-B118-7AD255C26072}" type="presParOf" srcId="{A3FAC733-96D9-46C7-BF93-65F80B2DD575}" destId="{A4184347-617A-4F4F-959E-DDBFE17D14AD}" srcOrd="2" destOrd="0" presId="urn:microsoft.com/office/officeart/2018/2/layout/IconVerticalSolidList"/>
    <dgm:cxn modelId="{495E5890-2BB1-42C8-96FF-961603105CBA}" type="presParOf" srcId="{A3FAC733-96D9-46C7-BF93-65F80B2DD575}" destId="{36944591-2736-407B-AE3D-AD01466CD622}" srcOrd="3" destOrd="0" presId="urn:microsoft.com/office/officeart/2018/2/layout/IconVerticalSolidList"/>
    <dgm:cxn modelId="{DC29D699-0106-41CD-9DC5-1EA961382BDF}" type="presParOf" srcId="{AEFDA701-027C-4F8E-95F9-A9D1E2B75389}" destId="{46266BB5-64BC-4BBB-BB28-D9FF8397F2E1}" srcOrd="5" destOrd="0" presId="urn:microsoft.com/office/officeart/2018/2/layout/IconVerticalSolidList"/>
    <dgm:cxn modelId="{B2545AD2-DB3F-4866-9986-62FB8C2191B4}" type="presParOf" srcId="{AEFDA701-027C-4F8E-95F9-A9D1E2B75389}" destId="{E88A1A4E-060B-4A80-923A-A73451BDDCC9}" srcOrd="6" destOrd="0" presId="urn:microsoft.com/office/officeart/2018/2/layout/IconVerticalSolidList"/>
    <dgm:cxn modelId="{7004F44C-1EB5-4D64-A309-75AAB2CD0A94}" type="presParOf" srcId="{E88A1A4E-060B-4A80-923A-A73451BDDCC9}" destId="{87BC847F-8084-498A-9256-D6959ABAC69D}" srcOrd="0" destOrd="0" presId="urn:microsoft.com/office/officeart/2018/2/layout/IconVerticalSolidList"/>
    <dgm:cxn modelId="{FC4AE952-02C7-48AA-AE14-89A247A9F0CC}" type="presParOf" srcId="{E88A1A4E-060B-4A80-923A-A73451BDDCC9}" destId="{E0DA2B99-F659-4F2D-BB8E-EC5CA21A4F3B}" srcOrd="1" destOrd="0" presId="urn:microsoft.com/office/officeart/2018/2/layout/IconVerticalSolidList"/>
    <dgm:cxn modelId="{6D7B59C7-2C59-4EED-871D-B3FA49E085F9}" type="presParOf" srcId="{E88A1A4E-060B-4A80-923A-A73451BDDCC9}" destId="{525082E1-A324-4146-9DB8-42863953B4F9}" srcOrd="2" destOrd="0" presId="urn:microsoft.com/office/officeart/2018/2/layout/IconVerticalSolidList"/>
    <dgm:cxn modelId="{62F91FD9-14EF-4063-AB0D-11008806F5F7}" type="presParOf" srcId="{E88A1A4E-060B-4A80-923A-A73451BDDCC9}" destId="{EBFBE402-BE03-4C53-A8FC-78665E01CA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674D3E-B277-4EF1-A6BF-2F10394D2B5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55A1C9FC-79C6-48A0-A1FE-1A2D656104DA}">
      <dgm:prSet/>
      <dgm:spPr/>
      <dgm:t>
        <a:bodyPr/>
        <a:lstStyle/>
        <a:p>
          <a:r>
            <a:rPr lang="en-US"/>
            <a:t>• HTML : interface</a:t>
          </a:r>
        </a:p>
      </dgm:t>
    </dgm:pt>
    <dgm:pt modelId="{59331F9C-36A7-466C-BE1B-FD87F2E5F252}" type="parTrans" cxnId="{A40B759B-E166-4E9A-8503-28FE57F807DE}">
      <dgm:prSet/>
      <dgm:spPr/>
      <dgm:t>
        <a:bodyPr/>
        <a:lstStyle/>
        <a:p>
          <a:endParaRPr lang="en-US"/>
        </a:p>
      </dgm:t>
    </dgm:pt>
    <dgm:pt modelId="{D621B908-0DC3-433C-9345-ECC55FB39A2B}" type="sibTrans" cxnId="{A40B759B-E166-4E9A-8503-28FE57F807DE}">
      <dgm:prSet/>
      <dgm:spPr/>
      <dgm:t>
        <a:bodyPr/>
        <a:lstStyle/>
        <a:p>
          <a:endParaRPr lang="en-US"/>
        </a:p>
      </dgm:t>
    </dgm:pt>
    <dgm:pt modelId="{1CAD0B1B-DFCF-48E3-868A-7EA56B08D6E8}">
      <dgm:prSet/>
      <dgm:spPr/>
      <dgm:t>
        <a:bodyPr/>
        <a:lstStyle/>
        <a:p>
          <a:r>
            <a:rPr lang="en-US"/>
            <a:t>• JavaScript : logique</a:t>
          </a:r>
        </a:p>
      </dgm:t>
    </dgm:pt>
    <dgm:pt modelId="{FF5E07EA-F8C3-46A4-92E7-703B36024EC6}" type="parTrans" cxnId="{F4B199D2-2CAA-45A8-997C-18430F88DD5E}">
      <dgm:prSet/>
      <dgm:spPr/>
      <dgm:t>
        <a:bodyPr/>
        <a:lstStyle/>
        <a:p>
          <a:endParaRPr lang="en-US"/>
        </a:p>
      </dgm:t>
    </dgm:pt>
    <dgm:pt modelId="{BE58125F-2862-467E-BF84-9660DDF505BE}" type="sibTrans" cxnId="{F4B199D2-2CAA-45A8-997C-18430F88DD5E}">
      <dgm:prSet/>
      <dgm:spPr/>
      <dgm:t>
        <a:bodyPr/>
        <a:lstStyle/>
        <a:p>
          <a:endParaRPr lang="en-US"/>
        </a:p>
      </dgm:t>
    </dgm:pt>
    <dgm:pt modelId="{EEED9388-568B-4DCD-8177-2D4FD9928A17}">
      <dgm:prSet/>
      <dgm:spPr/>
      <dgm:t>
        <a:bodyPr/>
        <a:lstStyle/>
        <a:p>
          <a:r>
            <a:rPr lang="en-US"/>
            <a:t>• XML : exposition du composant</a:t>
          </a:r>
        </a:p>
      </dgm:t>
    </dgm:pt>
    <dgm:pt modelId="{4B6A176E-3363-4428-BA0E-9DFE13F2B85B}" type="parTrans" cxnId="{E2F44DF1-1437-4783-9045-92E4DDAE9A24}">
      <dgm:prSet/>
      <dgm:spPr/>
      <dgm:t>
        <a:bodyPr/>
        <a:lstStyle/>
        <a:p>
          <a:endParaRPr lang="en-US"/>
        </a:p>
      </dgm:t>
    </dgm:pt>
    <dgm:pt modelId="{5EB5B4B0-844D-4BE6-A4DA-E46D01E07917}" type="sibTrans" cxnId="{E2F44DF1-1437-4783-9045-92E4DDAE9A24}">
      <dgm:prSet/>
      <dgm:spPr/>
      <dgm:t>
        <a:bodyPr/>
        <a:lstStyle/>
        <a:p>
          <a:endParaRPr lang="en-US"/>
        </a:p>
      </dgm:t>
    </dgm:pt>
    <dgm:pt modelId="{5A855C50-0E8A-4D26-9820-85FAD9D210D2}" type="pres">
      <dgm:prSet presAssocID="{25674D3E-B277-4EF1-A6BF-2F10394D2B57}" presName="root" presStyleCnt="0">
        <dgm:presLayoutVars>
          <dgm:dir/>
          <dgm:resizeHandles val="exact"/>
        </dgm:presLayoutVars>
      </dgm:prSet>
      <dgm:spPr/>
    </dgm:pt>
    <dgm:pt modelId="{C9C8F091-4173-42EE-B6A3-57DB2513840F}" type="pres">
      <dgm:prSet presAssocID="{25674D3E-B277-4EF1-A6BF-2F10394D2B57}" presName="container" presStyleCnt="0">
        <dgm:presLayoutVars>
          <dgm:dir/>
          <dgm:resizeHandles val="exact"/>
        </dgm:presLayoutVars>
      </dgm:prSet>
      <dgm:spPr/>
    </dgm:pt>
    <dgm:pt modelId="{754A99BF-00FA-4717-8B85-D8C8CEAC30B6}" type="pres">
      <dgm:prSet presAssocID="{55A1C9FC-79C6-48A0-A1FE-1A2D656104DA}" presName="compNode" presStyleCnt="0"/>
      <dgm:spPr/>
    </dgm:pt>
    <dgm:pt modelId="{80395A96-0416-4B78-92A3-12DE30CD8960}" type="pres">
      <dgm:prSet presAssocID="{55A1C9FC-79C6-48A0-A1FE-1A2D656104DA}" presName="iconBgRect" presStyleLbl="bgShp" presStyleIdx="0" presStyleCnt="3"/>
      <dgm:spPr/>
    </dgm:pt>
    <dgm:pt modelId="{9D6BD9E9-3B6B-491B-82CB-BC79DC0CB41F}" type="pres">
      <dgm:prSet presAssocID="{55A1C9FC-79C6-48A0-A1FE-1A2D656104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969C199-697B-48AC-9E51-56D281039C57}" type="pres">
      <dgm:prSet presAssocID="{55A1C9FC-79C6-48A0-A1FE-1A2D656104DA}" presName="spaceRect" presStyleCnt="0"/>
      <dgm:spPr/>
    </dgm:pt>
    <dgm:pt modelId="{ECFBFB68-48D7-4FA4-95CA-AB899AD9098E}" type="pres">
      <dgm:prSet presAssocID="{55A1C9FC-79C6-48A0-A1FE-1A2D656104DA}" presName="textRect" presStyleLbl="revTx" presStyleIdx="0" presStyleCnt="3">
        <dgm:presLayoutVars>
          <dgm:chMax val="1"/>
          <dgm:chPref val="1"/>
        </dgm:presLayoutVars>
      </dgm:prSet>
      <dgm:spPr/>
    </dgm:pt>
    <dgm:pt modelId="{DF87DA60-3041-4B53-9271-E34230B6476F}" type="pres">
      <dgm:prSet presAssocID="{D621B908-0DC3-433C-9345-ECC55FB39A2B}" presName="sibTrans" presStyleLbl="sibTrans2D1" presStyleIdx="0" presStyleCnt="0"/>
      <dgm:spPr/>
    </dgm:pt>
    <dgm:pt modelId="{A580AC00-DE1C-42F1-A210-D9AC80055434}" type="pres">
      <dgm:prSet presAssocID="{1CAD0B1B-DFCF-48E3-868A-7EA56B08D6E8}" presName="compNode" presStyleCnt="0"/>
      <dgm:spPr/>
    </dgm:pt>
    <dgm:pt modelId="{886D6451-5EB2-4FAC-B2CC-A851DD1333BB}" type="pres">
      <dgm:prSet presAssocID="{1CAD0B1B-DFCF-48E3-868A-7EA56B08D6E8}" presName="iconBgRect" presStyleLbl="bgShp" presStyleIdx="1" presStyleCnt="3"/>
      <dgm:spPr/>
    </dgm:pt>
    <dgm:pt modelId="{D89D2DBD-1780-47C1-8359-079AAF1F1A92}" type="pres">
      <dgm:prSet presAssocID="{1CAD0B1B-DFCF-48E3-868A-7EA56B08D6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BBA4FD6-8406-4F2D-91C1-C1A9778A4B73}" type="pres">
      <dgm:prSet presAssocID="{1CAD0B1B-DFCF-48E3-868A-7EA56B08D6E8}" presName="spaceRect" presStyleCnt="0"/>
      <dgm:spPr/>
    </dgm:pt>
    <dgm:pt modelId="{3F2072D5-F76A-4BCB-BA50-7FC996606B18}" type="pres">
      <dgm:prSet presAssocID="{1CAD0B1B-DFCF-48E3-868A-7EA56B08D6E8}" presName="textRect" presStyleLbl="revTx" presStyleIdx="1" presStyleCnt="3">
        <dgm:presLayoutVars>
          <dgm:chMax val="1"/>
          <dgm:chPref val="1"/>
        </dgm:presLayoutVars>
      </dgm:prSet>
      <dgm:spPr/>
    </dgm:pt>
    <dgm:pt modelId="{6D86F4E1-5D60-4702-AA3E-66084AED9353}" type="pres">
      <dgm:prSet presAssocID="{BE58125F-2862-467E-BF84-9660DDF505BE}" presName="sibTrans" presStyleLbl="sibTrans2D1" presStyleIdx="0" presStyleCnt="0"/>
      <dgm:spPr/>
    </dgm:pt>
    <dgm:pt modelId="{EB5A84E2-9C14-45EA-8827-C695829C2C0B}" type="pres">
      <dgm:prSet presAssocID="{EEED9388-568B-4DCD-8177-2D4FD9928A17}" presName="compNode" presStyleCnt="0"/>
      <dgm:spPr/>
    </dgm:pt>
    <dgm:pt modelId="{E4C2D437-5177-4BA1-8BEE-AF06815FF574}" type="pres">
      <dgm:prSet presAssocID="{EEED9388-568B-4DCD-8177-2D4FD9928A17}" presName="iconBgRect" presStyleLbl="bgShp" presStyleIdx="2" presStyleCnt="3"/>
      <dgm:spPr/>
    </dgm:pt>
    <dgm:pt modelId="{5B3EAD24-B8EC-478E-AD1B-2C70915E9FCA}" type="pres">
      <dgm:prSet presAssocID="{EEED9388-568B-4DCD-8177-2D4FD9928A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75A26041-FDB8-4C35-8432-6194D0E2D535}" type="pres">
      <dgm:prSet presAssocID="{EEED9388-568B-4DCD-8177-2D4FD9928A17}" presName="spaceRect" presStyleCnt="0"/>
      <dgm:spPr/>
    </dgm:pt>
    <dgm:pt modelId="{C9D7203B-AD0D-491A-A4DA-DFB0A2B5D519}" type="pres">
      <dgm:prSet presAssocID="{EEED9388-568B-4DCD-8177-2D4FD9928A1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D7E450A-AA8D-4C60-BE2D-72F7FA869819}" type="presOf" srcId="{EEED9388-568B-4DCD-8177-2D4FD9928A17}" destId="{C9D7203B-AD0D-491A-A4DA-DFB0A2B5D519}" srcOrd="0" destOrd="0" presId="urn:microsoft.com/office/officeart/2018/2/layout/IconCircleList"/>
    <dgm:cxn modelId="{F10A4D11-8364-456F-81D0-96A513F59D98}" type="presOf" srcId="{1CAD0B1B-DFCF-48E3-868A-7EA56B08D6E8}" destId="{3F2072D5-F76A-4BCB-BA50-7FC996606B18}" srcOrd="0" destOrd="0" presId="urn:microsoft.com/office/officeart/2018/2/layout/IconCircleList"/>
    <dgm:cxn modelId="{670E9619-BE5C-43A4-BC97-6CDCDBB10713}" type="presOf" srcId="{55A1C9FC-79C6-48A0-A1FE-1A2D656104DA}" destId="{ECFBFB68-48D7-4FA4-95CA-AB899AD9098E}" srcOrd="0" destOrd="0" presId="urn:microsoft.com/office/officeart/2018/2/layout/IconCircleList"/>
    <dgm:cxn modelId="{3B7D1B30-B48D-406C-A296-5296047621FA}" type="presOf" srcId="{D621B908-0DC3-433C-9345-ECC55FB39A2B}" destId="{DF87DA60-3041-4B53-9271-E34230B6476F}" srcOrd="0" destOrd="0" presId="urn:microsoft.com/office/officeart/2018/2/layout/IconCircleList"/>
    <dgm:cxn modelId="{24A6CE4C-0654-41F3-866E-0EF4AA692503}" type="presOf" srcId="{BE58125F-2862-467E-BF84-9660DDF505BE}" destId="{6D86F4E1-5D60-4702-AA3E-66084AED9353}" srcOrd="0" destOrd="0" presId="urn:microsoft.com/office/officeart/2018/2/layout/IconCircleList"/>
    <dgm:cxn modelId="{A6CA9880-EFFE-4D7A-9CC7-54577C801851}" type="presOf" srcId="{25674D3E-B277-4EF1-A6BF-2F10394D2B57}" destId="{5A855C50-0E8A-4D26-9820-85FAD9D210D2}" srcOrd="0" destOrd="0" presId="urn:microsoft.com/office/officeart/2018/2/layout/IconCircleList"/>
    <dgm:cxn modelId="{A40B759B-E166-4E9A-8503-28FE57F807DE}" srcId="{25674D3E-B277-4EF1-A6BF-2F10394D2B57}" destId="{55A1C9FC-79C6-48A0-A1FE-1A2D656104DA}" srcOrd="0" destOrd="0" parTransId="{59331F9C-36A7-466C-BE1B-FD87F2E5F252}" sibTransId="{D621B908-0DC3-433C-9345-ECC55FB39A2B}"/>
    <dgm:cxn modelId="{F4B199D2-2CAA-45A8-997C-18430F88DD5E}" srcId="{25674D3E-B277-4EF1-A6BF-2F10394D2B57}" destId="{1CAD0B1B-DFCF-48E3-868A-7EA56B08D6E8}" srcOrd="1" destOrd="0" parTransId="{FF5E07EA-F8C3-46A4-92E7-703B36024EC6}" sibTransId="{BE58125F-2862-467E-BF84-9660DDF505BE}"/>
    <dgm:cxn modelId="{E2F44DF1-1437-4783-9045-92E4DDAE9A24}" srcId="{25674D3E-B277-4EF1-A6BF-2F10394D2B57}" destId="{EEED9388-568B-4DCD-8177-2D4FD9928A17}" srcOrd="2" destOrd="0" parTransId="{4B6A176E-3363-4428-BA0E-9DFE13F2B85B}" sibTransId="{5EB5B4B0-844D-4BE6-A4DA-E46D01E07917}"/>
    <dgm:cxn modelId="{4EC91AB3-592A-4CDE-9FC8-10183281083F}" type="presParOf" srcId="{5A855C50-0E8A-4D26-9820-85FAD9D210D2}" destId="{C9C8F091-4173-42EE-B6A3-57DB2513840F}" srcOrd="0" destOrd="0" presId="urn:microsoft.com/office/officeart/2018/2/layout/IconCircleList"/>
    <dgm:cxn modelId="{03C435F9-7ADC-4309-AB3F-36E3A7FF4A32}" type="presParOf" srcId="{C9C8F091-4173-42EE-B6A3-57DB2513840F}" destId="{754A99BF-00FA-4717-8B85-D8C8CEAC30B6}" srcOrd="0" destOrd="0" presId="urn:microsoft.com/office/officeart/2018/2/layout/IconCircleList"/>
    <dgm:cxn modelId="{C4ABB880-19FA-4683-9B24-F910788B6BA5}" type="presParOf" srcId="{754A99BF-00FA-4717-8B85-D8C8CEAC30B6}" destId="{80395A96-0416-4B78-92A3-12DE30CD8960}" srcOrd="0" destOrd="0" presId="urn:microsoft.com/office/officeart/2018/2/layout/IconCircleList"/>
    <dgm:cxn modelId="{7C802416-F057-4C43-8E13-081936A8349D}" type="presParOf" srcId="{754A99BF-00FA-4717-8B85-D8C8CEAC30B6}" destId="{9D6BD9E9-3B6B-491B-82CB-BC79DC0CB41F}" srcOrd="1" destOrd="0" presId="urn:microsoft.com/office/officeart/2018/2/layout/IconCircleList"/>
    <dgm:cxn modelId="{1D75F056-1F8A-4F41-ADA0-F284304CFF71}" type="presParOf" srcId="{754A99BF-00FA-4717-8B85-D8C8CEAC30B6}" destId="{5969C199-697B-48AC-9E51-56D281039C57}" srcOrd="2" destOrd="0" presId="urn:microsoft.com/office/officeart/2018/2/layout/IconCircleList"/>
    <dgm:cxn modelId="{2B95EB9E-E921-4A93-9C99-F93FA3619C61}" type="presParOf" srcId="{754A99BF-00FA-4717-8B85-D8C8CEAC30B6}" destId="{ECFBFB68-48D7-4FA4-95CA-AB899AD9098E}" srcOrd="3" destOrd="0" presId="urn:microsoft.com/office/officeart/2018/2/layout/IconCircleList"/>
    <dgm:cxn modelId="{EED604F8-8352-4DAD-9F39-8DFDE4E36EAF}" type="presParOf" srcId="{C9C8F091-4173-42EE-B6A3-57DB2513840F}" destId="{DF87DA60-3041-4B53-9271-E34230B6476F}" srcOrd="1" destOrd="0" presId="urn:microsoft.com/office/officeart/2018/2/layout/IconCircleList"/>
    <dgm:cxn modelId="{A2D13C25-E986-4CAB-98BD-9428C39DD355}" type="presParOf" srcId="{C9C8F091-4173-42EE-B6A3-57DB2513840F}" destId="{A580AC00-DE1C-42F1-A210-D9AC80055434}" srcOrd="2" destOrd="0" presId="urn:microsoft.com/office/officeart/2018/2/layout/IconCircleList"/>
    <dgm:cxn modelId="{004DC8D7-91C7-48EA-8148-443D419BCDD7}" type="presParOf" srcId="{A580AC00-DE1C-42F1-A210-D9AC80055434}" destId="{886D6451-5EB2-4FAC-B2CC-A851DD1333BB}" srcOrd="0" destOrd="0" presId="urn:microsoft.com/office/officeart/2018/2/layout/IconCircleList"/>
    <dgm:cxn modelId="{88C05E1A-2AC2-444E-AD12-591B8A3D55F8}" type="presParOf" srcId="{A580AC00-DE1C-42F1-A210-D9AC80055434}" destId="{D89D2DBD-1780-47C1-8359-079AAF1F1A92}" srcOrd="1" destOrd="0" presId="urn:microsoft.com/office/officeart/2018/2/layout/IconCircleList"/>
    <dgm:cxn modelId="{CE090DE3-2831-47EA-A10C-373CE1C0AF71}" type="presParOf" srcId="{A580AC00-DE1C-42F1-A210-D9AC80055434}" destId="{8BBA4FD6-8406-4F2D-91C1-C1A9778A4B73}" srcOrd="2" destOrd="0" presId="urn:microsoft.com/office/officeart/2018/2/layout/IconCircleList"/>
    <dgm:cxn modelId="{29965811-2C53-4407-BEA6-3BC2559BBD85}" type="presParOf" srcId="{A580AC00-DE1C-42F1-A210-D9AC80055434}" destId="{3F2072D5-F76A-4BCB-BA50-7FC996606B18}" srcOrd="3" destOrd="0" presId="urn:microsoft.com/office/officeart/2018/2/layout/IconCircleList"/>
    <dgm:cxn modelId="{893B45FC-5999-46D2-8678-3F452F15402A}" type="presParOf" srcId="{C9C8F091-4173-42EE-B6A3-57DB2513840F}" destId="{6D86F4E1-5D60-4702-AA3E-66084AED9353}" srcOrd="3" destOrd="0" presId="urn:microsoft.com/office/officeart/2018/2/layout/IconCircleList"/>
    <dgm:cxn modelId="{ACC9E02C-F3BB-40A4-936D-A7C57B63F1C6}" type="presParOf" srcId="{C9C8F091-4173-42EE-B6A3-57DB2513840F}" destId="{EB5A84E2-9C14-45EA-8827-C695829C2C0B}" srcOrd="4" destOrd="0" presId="urn:microsoft.com/office/officeart/2018/2/layout/IconCircleList"/>
    <dgm:cxn modelId="{740E79D1-39B6-4C4F-92FE-85F6E89BB7D5}" type="presParOf" srcId="{EB5A84E2-9C14-45EA-8827-C695829C2C0B}" destId="{E4C2D437-5177-4BA1-8BEE-AF06815FF574}" srcOrd="0" destOrd="0" presId="urn:microsoft.com/office/officeart/2018/2/layout/IconCircleList"/>
    <dgm:cxn modelId="{146DBE36-2311-4D6B-A80B-7EFC4A23BAB8}" type="presParOf" srcId="{EB5A84E2-9C14-45EA-8827-C695829C2C0B}" destId="{5B3EAD24-B8EC-478E-AD1B-2C70915E9FCA}" srcOrd="1" destOrd="0" presId="urn:microsoft.com/office/officeart/2018/2/layout/IconCircleList"/>
    <dgm:cxn modelId="{9A4AB75B-D745-45D4-BAFB-25FE4022BA11}" type="presParOf" srcId="{EB5A84E2-9C14-45EA-8827-C695829C2C0B}" destId="{75A26041-FDB8-4C35-8432-6194D0E2D535}" srcOrd="2" destOrd="0" presId="urn:microsoft.com/office/officeart/2018/2/layout/IconCircleList"/>
    <dgm:cxn modelId="{B3C83DD0-EE37-4B47-B1B4-ABC3396CB773}" type="presParOf" srcId="{EB5A84E2-9C14-45EA-8827-C695829C2C0B}" destId="{C9D7203B-AD0D-491A-A4DA-DFB0A2B5D51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21D86C-E48F-48FA-892F-6E85E7B52EF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3089473-C37F-40C4-93F9-781E746B122F}">
      <dgm:prSet/>
      <dgm:spPr/>
      <dgm:t>
        <a:bodyPr/>
        <a:lstStyle/>
        <a:p>
          <a:r>
            <a:rPr lang="en-US"/>
            <a:t>• Création de contacts réussie</a:t>
          </a:r>
        </a:p>
      </dgm:t>
    </dgm:pt>
    <dgm:pt modelId="{0CA1CB8A-A74D-4974-B60F-E32231CC70CD}" type="parTrans" cxnId="{897ACC39-3C5A-4DAF-AD01-DB7DD4D5AE00}">
      <dgm:prSet/>
      <dgm:spPr/>
      <dgm:t>
        <a:bodyPr/>
        <a:lstStyle/>
        <a:p>
          <a:endParaRPr lang="en-US"/>
        </a:p>
      </dgm:t>
    </dgm:pt>
    <dgm:pt modelId="{8A74796C-0BE0-4365-930D-436EF4CFF27B}" type="sibTrans" cxnId="{897ACC39-3C5A-4DAF-AD01-DB7DD4D5AE00}">
      <dgm:prSet/>
      <dgm:spPr/>
      <dgm:t>
        <a:bodyPr/>
        <a:lstStyle/>
        <a:p>
          <a:endParaRPr lang="en-US"/>
        </a:p>
      </dgm:t>
    </dgm:pt>
    <dgm:pt modelId="{B1D19250-7341-4FFB-8D62-2AAB6E3F6A3D}">
      <dgm:prSet/>
      <dgm:spPr/>
      <dgm:t>
        <a:bodyPr/>
        <a:lstStyle/>
        <a:p>
          <a:r>
            <a:rPr lang="en-US"/>
            <a:t>• Affichage dynamique des opportunités</a:t>
          </a:r>
        </a:p>
      </dgm:t>
    </dgm:pt>
    <dgm:pt modelId="{109A3185-D612-4BB2-8705-94AD3BA3C0C9}" type="parTrans" cxnId="{89BC8700-D529-4B79-BE19-B3F089CAE11B}">
      <dgm:prSet/>
      <dgm:spPr/>
      <dgm:t>
        <a:bodyPr/>
        <a:lstStyle/>
        <a:p>
          <a:endParaRPr lang="en-US"/>
        </a:p>
      </dgm:t>
    </dgm:pt>
    <dgm:pt modelId="{CADC2AB4-90BF-40BF-8ECF-305059539101}" type="sibTrans" cxnId="{89BC8700-D529-4B79-BE19-B3F089CAE11B}">
      <dgm:prSet/>
      <dgm:spPr/>
      <dgm:t>
        <a:bodyPr/>
        <a:lstStyle/>
        <a:p>
          <a:endParaRPr lang="en-US"/>
        </a:p>
      </dgm:t>
    </dgm:pt>
    <dgm:pt modelId="{5AB45F42-5C81-459F-B730-C8AED471A5C3}">
      <dgm:prSet/>
      <dgm:spPr/>
      <dgm:t>
        <a:bodyPr/>
        <a:lstStyle/>
        <a:p>
          <a:r>
            <a:rPr lang="en-US"/>
            <a:t>• Composants fonctionnels et déployés</a:t>
          </a:r>
        </a:p>
      </dgm:t>
    </dgm:pt>
    <dgm:pt modelId="{42A0F7BF-D4E3-472C-AED0-A2D65CDA1412}" type="parTrans" cxnId="{E5A6EE27-FCB7-446E-8E2F-EF7E79D1BB5F}">
      <dgm:prSet/>
      <dgm:spPr/>
      <dgm:t>
        <a:bodyPr/>
        <a:lstStyle/>
        <a:p>
          <a:endParaRPr lang="en-US"/>
        </a:p>
      </dgm:t>
    </dgm:pt>
    <dgm:pt modelId="{08441E19-AB96-4844-8614-D52B0E803908}" type="sibTrans" cxnId="{E5A6EE27-FCB7-446E-8E2F-EF7E79D1BB5F}">
      <dgm:prSet/>
      <dgm:spPr/>
      <dgm:t>
        <a:bodyPr/>
        <a:lstStyle/>
        <a:p>
          <a:endParaRPr lang="en-US"/>
        </a:p>
      </dgm:t>
    </dgm:pt>
    <dgm:pt modelId="{F46A1B17-ED26-A74B-BD83-EAE67B15C6F6}" type="pres">
      <dgm:prSet presAssocID="{4521D86C-E48F-48FA-892F-6E85E7B52EF6}" presName="linear" presStyleCnt="0">
        <dgm:presLayoutVars>
          <dgm:animLvl val="lvl"/>
          <dgm:resizeHandles val="exact"/>
        </dgm:presLayoutVars>
      </dgm:prSet>
      <dgm:spPr/>
    </dgm:pt>
    <dgm:pt modelId="{92DE83A3-E2CB-134D-95A8-AC280F6B27BA}" type="pres">
      <dgm:prSet presAssocID="{F3089473-C37F-40C4-93F9-781E746B12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7CB0FC-436B-B045-AE37-28E29FB487FB}" type="pres">
      <dgm:prSet presAssocID="{8A74796C-0BE0-4365-930D-436EF4CFF27B}" presName="spacer" presStyleCnt="0"/>
      <dgm:spPr/>
    </dgm:pt>
    <dgm:pt modelId="{417A869C-C9C9-7A42-9244-73EC143295ED}" type="pres">
      <dgm:prSet presAssocID="{B1D19250-7341-4FFB-8D62-2AAB6E3F6A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371A28-305A-2447-A33A-C2344B5B46B8}" type="pres">
      <dgm:prSet presAssocID="{CADC2AB4-90BF-40BF-8ECF-305059539101}" presName="spacer" presStyleCnt="0"/>
      <dgm:spPr/>
    </dgm:pt>
    <dgm:pt modelId="{717FF455-2CAC-FE4E-B72B-F3786A51BA3A}" type="pres">
      <dgm:prSet presAssocID="{5AB45F42-5C81-459F-B730-C8AED471A5C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9BC8700-D529-4B79-BE19-B3F089CAE11B}" srcId="{4521D86C-E48F-48FA-892F-6E85E7B52EF6}" destId="{B1D19250-7341-4FFB-8D62-2AAB6E3F6A3D}" srcOrd="1" destOrd="0" parTransId="{109A3185-D612-4BB2-8705-94AD3BA3C0C9}" sibTransId="{CADC2AB4-90BF-40BF-8ECF-305059539101}"/>
    <dgm:cxn modelId="{E900B600-6585-074A-83AE-F4E5EB02FAAF}" type="presOf" srcId="{F3089473-C37F-40C4-93F9-781E746B122F}" destId="{92DE83A3-E2CB-134D-95A8-AC280F6B27BA}" srcOrd="0" destOrd="0" presId="urn:microsoft.com/office/officeart/2005/8/layout/vList2"/>
    <dgm:cxn modelId="{4C2C7614-1B62-C542-A737-2450EBEE2129}" type="presOf" srcId="{4521D86C-E48F-48FA-892F-6E85E7B52EF6}" destId="{F46A1B17-ED26-A74B-BD83-EAE67B15C6F6}" srcOrd="0" destOrd="0" presId="urn:microsoft.com/office/officeart/2005/8/layout/vList2"/>
    <dgm:cxn modelId="{E5A6EE27-FCB7-446E-8E2F-EF7E79D1BB5F}" srcId="{4521D86C-E48F-48FA-892F-6E85E7B52EF6}" destId="{5AB45F42-5C81-459F-B730-C8AED471A5C3}" srcOrd="2" destOrd="0" parTransId="{42A0F7BF-D4E3-472C-AED0-A2D65CDA1412}" sibTransId="{08441E19-AB96-4844-8614-D52B0E803908}"/>
    <dgm:cxn modelId="{5F67FD2A-F483-314A-BBC4-0A95818FF7DE}" type="presOf" srcId="{5AB45F42-5C81-459F-B730-C8AED471A5C3}" destId="{717FF455-2CAC-FE4E-B72B-F3786A51BA3A}" srcOrd="0" destOrd="0" presId="urn:microsoft.com/office/officeart/2005/8/layout/vList2"/>
    <dgm:cxn modelId="{897ACC39-3C5A-4DAF-AD01-DB7DD4D5AE00}" srcId="{4521D86C-E48F-48FA-892F-6E85E7B52EF6}" destId="{F3089473-C37F-40C4-93F9-781E746B122F}" srcOrd="0" destOrd="0" parTransId="{0CA1CB8A-A74D-4974-B60F-E32231CC70CD}" sibTransId="{8A74796C-0BE0-4365-930D-436EF4CFF27B}"/>
    <dgm:cxn modelId="{CE003C3F-73CF-D644-B7C7-01BF380097AD}" type="presOf" srcId="{B1D19250-7341-4FFB-8D62-2AAB6E3F6A3D}" destId="{417A869C-C9C9-7A42-9244-73EC143295ED}" srcOrd="0" destOrd="0" presId="urn:microsoft.com/office/officeart/2005/8/layout/vList2"/>
    <dgm:cxn modelId="{B4B93BC3-7B78-814E-9BBA-196E4C530CDE}" type="presParOf" srcId="{F46A1B17-ED26-A74B-BD83-EAE67B15C6F6}" destId="{92DE83A3-E2CB-134D-95A8-AC280F6B27BA}" srcOrd="0" destOrd="0" presId="urn:microsoft.com/office/officeart/2005/8/layout/vList2"/>
    <dgm:cxn modelId="{9FA5A63D-7C62-494A-B8CB-B7E539794348}" type="presParOf" srcId="{F46A1B17-ED26-A74B-BD83-EAE67B15C6F6}" destId="{617CB0FC-436B-B045-AE37-28E29FB487FB}" srcOrd="1" destOrd="0" presId="urn:microsoft.com/office/officeart/2005/8/layout/vList2"/>
    <dgm:cxn modelId="{77B382F6-4D2E-4F44-9396-68BD62172ED1}" type="presParOf" srcId="{F46A1B17-ED26-A74B-BD83-EAE67B15C6F6}" destId="{417A869C-C9C9-7A42-9244-73EC143295ED}" srcOrd="2" destOrd="0" presId="urn:microsoft.com/office/officeart/2005/8/layout/vList2"/>
    <dgm:cxn modelId="{EAA3E1B8-7DCE-E04F-A682-24D0F86022CD}" type="presParOf" srcId="{F46A1B17-ED26-A74B-BD83-EAE67B15C6F6}" destId="{E7371A28-305A-2447-A33A-C2344B5B46B8}" srcOrd="3" destOrd="0" presId="urn:microsoft.com/office/officeart/2005/8/layout/vList2"/>
    <dgm:cxn modelId="{FBAA1DF6-BBB2-2C41-80F6-1CA02BFF1FDA}" type="presParOf" srcId="{F46A1B17-ED26-A74B-BD83-EAE67B15C6F6}" destId="{717FF455-2CAC-FE4E-B72B-F3786A51BA3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E1270-D22C-4FD4-84F9-2032123120A1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8D665-2E22-43E0-81B0-5261CDA20501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99130-286D-47E2-AF8C-BBFFE2A7ED8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Créer des composants LWC</a:t>
          </a:r>
        </a:p>
      </dsp:txBody>
      <dsp:txXfrm>
        <a:off x="25435" y="2456402"/>
        <a:ext cx="1800000" cy="720000"/>
      </dsp:txXfrm>
    </dsp:sp>
    <dsp:sp modelId="{DA2FF311-5329-4D36-9CDF-1CC26453C476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56F21-0FE5-40FE-9E3E-DE3A98C34927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FAE56-CE46-46F2-B0C9-3B0459D3DCF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Manipuler les données Salesforce</a:t>
          </a:r>
        </a:p>
      </dsp:txBody>
      <dsp:txXfrm>
        <a:off x="2140435" y="2456402"/>
        <a:ext cx="1800000" cy="720000"/>
      </dsp:txXfrm>
    </dsp:sp>
    <dsp:sp modelId="{AD42813E-6C3A-4A47-A697-F58F36D107E0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1CD88-8FE7-4D8E-B091-0C779EE9E3A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2E478-CA86-4CFE-8648-18BC272D418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Utiliser Apex et Wire Service</a:t>
          </a:r>
        </a:p>
      </dsp:txBody>
      <dsp:txXfrm>
        <a:off x="4255435" y="2456402"/>
        <a:ext cx="1800000" cy="720000"/>
      </dsp:txXfrm>
    </dsp:sp>
    <dsp:sp modelId="{6D92DFD3-F27C-41E7-B36D-4D437A325883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4CC12-11F7-4A99-8FBC-875076B0279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7688E-9B8C-4CA0-98B1-9BC6A963C7EB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Déployer sur des pages Lightning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37BFE-EDDB-4168-B8A3-BD6ACA214A01}">
      <dsp:nvSpPr>
        <dsp:cNvPr id="0" name=""/>
        <dsp:cNvSpPr/>
      </dsp:nvSpPr>
      <dsp:spPr>
        <a:xfrm>
          <a:off x="37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22835-F26F-4BE2-BEC7-D5B69B1A77E4}">
      <dsp:nvSpPr>
        <dsp:cNvPr id="0" name=""/>
        <dsp:cNvSpPr/>
      </dsp:nvSpPr>
      <dsp:spPr>
        <a:xfrm>
          <a:off x="61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9BCB9-1EFA-4C29-AE88-952F9FAA0ABE}">
      <dsp:nvSpPr>
        <dsp:cNvPr id="0" name=""/>
        <dsp:cNvSpPr/>
      </dsp:nvSpPr>
      <dsp:spPr>
        <a:xfrm>
          <a:off x="2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Utilisation de lightning-record-form</a:t>
          </a:r>
        </a:p>
      </dsp:txBody>
      <dsp:txXfrm>
        <a:off x="25435" y="2204702"/>
        <a:ext cx="1800000" cy="720000"/>
      </dsp:txXfrm>
    </dsp:sp>
    <dsp:sp modelId="{AAFAF015-156C-442D-931A-112D4F68A04A}">
      <dsp:nvSpPr>
        <dsp:cNvPr id="0" name=""/>
        <dsp:cNvSpPr/>
      </dsp:nvSpPr>
      <dsp:spPr>
        <a:xfrm>
          <a:off x="249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22EB2-6035-466D-8848-59464E876631}">
      <dsp:nvSpPr>
        <dsp:cNvPr id="0" name=""/>
        <dsp:cNvSpPr/>
      </dsp:nvSpPr>
      <dsp:spPr>
        <a:xfrm>
          <a:off x="272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00306-2241-475C-9423-24F7FE979B59}">
      <dsp:nvSpPr>
        <dsp:cNvPr id="0" name=""/>
        <dsp:cNvSpPr/>
      </dsp:nvSpPr>
      <dsp:spPr>
        <a:xfrm>
          <a:off x="214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Création de contacts</a:t>
          </a:r>
        </a:p>
      </dsp:txBody>
      <dsp:txXfrm>
        <a:off x="2140435" y="2204702"/>
        <a:ext cx="1800000" cy="720000"/>
      </dsp:txXfrm>
    </dsp:sp>
    <dsp:sp modelId="{88E43E89-9FD9-40EE-B2F8-F5F0D6D0EDBB}">
      <dsp:nvSpPr>
        <dsp:cNvPr id="0" name=""/>
        <dsp:cNvSpPr/>
      </dsp:nvSpPr>
      <dsp:spPr>
        <a:xfrm>
          <a:off x="460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7950C2-D5C7-4CA2-A0DE-2B4DE94FBFD9}">
      <dsp:nvSpPr>
        <dsp:cNvPr id="0" name=""/>
        <dsp:cNvSpPr/>
      </dsp:nvSpPr>
      <dsp:spPr>
        <a:xfrm>
          <a:off x="484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AC55F-D738-4F82-9896-2C469513AE62}">
      <dsp:nvSpPr>
        <dsp:cNvPr id="0" name=""/>
        <dsp:cNvSpPr/>
      </dsp:nvSpPr>
      <dsp:spPr>
        <a:xfrm>
          <a:off x="425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Gestion de l’événement onsuccess</a:t>
          </a:r>
        </a:p>
      </dsp:txBody>
      <dsp:txXfrm>
        <a:off x="4255435" y="2204702"/>
        <a:ext cx="1800000" cy="720000"/>
      </dsp:txXfrm>
    </dsp:sp>
    <dsp:sp modelId="{F73F727C-99F6-4FE8-984E-A0A1DC21255E}">
      <dsp:nvSpPr>
        <dsp:cNvPr id="0" name=""/>
        <dsp:cNvSpPr/>
      </dsp:nvSpPr>
      <dsp:spPr>
        <a:xfrm>
          <a:off x="672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034F7-F040-43E0-853B-E0807C241E7E}">
      <dsp:nvSpPr>
        <dsp:cNvPr id="0" name=""/>
        <dsp:cNvSpPr/>
      </dsp:nvSpPr>
      <dsp:spPr>
        <a:xfrm>
          <a:off x="695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E06A7-C9F5-43F0-A163-67074C353F91}">
      <dsp:nvSpPr>
        <dsp:cNvPr id="0" name=""/>
        <dsp:cNvSpPr/>
      </dsp:nvSpPr>
      <dsp:spPr>
        <a:xfrm>
          <a:off x="637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Affichage d’un toast</a:t>
          </a:r>
        </a:p>
      </dsp:txBody>
      <dsp:txXfrm>
        <a:off x="6370435" y="22047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C02F7-457D-469F-9A2C-D020174282AD}">
      <dsp:nvSpPr>
        <dsp:cNvPr id="0" name=""/>
        <dsp:cNvSpPr/>
      </dsp:nvSpPr>
      <dsp:spPr>
        <a:xfrm>
          <a:off x="37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A48CB-FB59-4160-BE8A-3BB49A2E750D}">
      <dsp:nvSpPr>
        <dsp:cNvPr id="0" name=""/>
        <dsp:cNvSpPr/>
      </dsp:nvSpPr>
      <dsp:spPr>
        <a:xfrm>
          <a:off x="61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E4782-6F4D-47A8-A927-492ADAC6311F}">
      <dsp:nvSpPr>
        <dsp:cNvPr id="0" name=""/>
        <dsp:cNvSpPr/>
      </dsp:nvSpPr>
      <dsp:spPr>
        <a:xfrm>
          <a:off x="2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Affichage des opportunités d’un compte</a:t>
          </a:r>
        </a:p>
      </dsp:txBody>
      <dsp:txXfrm>
        <a:off x="25435" y="2204702"/>
        <a:ext cx="1800000" cy="720000"/>
      </dsp:txXfrm>
    </dsp:sp>
    <dsp:sp modelId="{2BC17A93-95D2-4ECF-B8F1-D2D23EF00CB3}">
      <dsp:nvSpPr>
        <dsp:cNvPr id="0" name=""/>
        <dsp:cNvSpPr/>
      </dsp:nvSpPr>
      <dsp:spPr>
        <a:xfrm>
          <a:off x="249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38E90-7F4D-4EB0-9990-23D95F21AF54}">
      <dsp:nvSpPr>
        <dsp:cNvPr id="0" name=""/>
        <dsp:cNvSpPr/>
      </dsp:nvSpPr>
      <dsp:spPr>
        <a:xfrm>
          <a:off x="272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2FB9D-BA64-4E27-8536-E18BB05F58D7}">
      <dsp:nvSpPr>
        <dsp:cNvPr id="0" name=""/>
        <dsp:cNvSpPr/>
      </dsp:nvSpPr>
      <dsp:spPr>
        <a:xfrm>
          <a:off x="214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lightning-datatable</a:t>
          </a:r>
        </a:p>
      </dsp:txBody>
      <dsp:txXfrm>
        <a:off x="2140435" y="2204702"/>
        <a:ext cx="1800000" cy="720000"/>
      </dsp:txXfrm>
    </dsp:sp>
    <dsp:sp modelId="{E1F0101C-C90D-448F-B22F-A639B12795B7}">
      <dsp:nvSpPr>
        <dsp:cNvPr id="0" name=""/>
        <dsp:cNvSpPr/>
      </dsp:nvSpPr>
      <dsp:spPr>
        <a:xfrm>
          <a:off x="460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AF392-D9F0-40F4-ADF8-339C22D64912}">
      <dsp:nvSpPr>
        <dsp:cNvPr id="0" name=""/>
        <dsp:cNvSpPr/>
      </dsp:nvSpPr>
      <dsp:spPr>
        <a:xfrm>
          <a:off x="484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2AE7A-DF1E-4B85-80E9-0A64348083D3}">
      <dsp:nvSpPr>
        <dsp:cNvPr id="0" name=""/>
        <dsp:cNvSpPr/>
      </dsp:nvSpPr>
      <dsp:spPr>
        <a:xfrm>
          <a:off x="425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Wire Apex</a:t>
          </a:r>
        </a:p>
      </dsp:txBody>
      <dsp:txXfrm>
        <a:off x="4255435" y="2204702"/>
        <a:ext cx="1800000" cy="720000"/>
      </dsp:txXfrm>
    </dsp:sp>
    <dsp:sp modelId="{0B58553D-44A8-4C90-A529-83B2EF16B27F}">
      <dsp:nvSpPr>
        <dsp:cNvPr id="0" name=""/>
        <dsp:cNvSpPr/>
      </dsp:nvSpPr>
      <dsp:spPr>
        <a:xfrm>
          <a:off x="672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1CA94-E06D-4BF0-9BC3-8CD07D2D6740}">
      <dsp:nvSpPr>
        <dsp:cNvPr id="0" name=""/>
        <dsp:cNvSpPr/>
      </dsp:nvSpPr>
      <dsp:spPr>
        <a:xfrm>
          <a:off x="695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2DBF0-1F39-4CF2-B510-39C0AA6B7777}">
      <dsp:nvSpPr>
        <dsp:cNvPr id="0" name=""/>
        <dsp:cNvSpPr/>
      </dsp:nvSpPr>
      <dsp:spPr>
        <a:xfrm>
          <a:off x="637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Bouton Rafraîchir</a:t>
          </a:r>
        </a:p>
      </dsp:txBody>
      <dsp:txXfrm>
        <a:off x="6370435" y="22047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6946CE-30B4-4B9E-BE08-94527EC62D80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C244D-9483-49BF-82F7-1CA6768785C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90B2F-5EF7-4927-843C-255A90F04CB4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Salesforce Lightning Web Components</a:t>
          </a:r>
        </a:p>
      </dsp:txBody>
      <dsp:txXfrm>
        <a:off x="1339618" y="2288"/>
        <a:ext cx="3433549" cy="1159843"/>
      </dsp:txXfrm>
    </dsp:sp>
    <dsp:sp modelId="{F209F7B2-1BE5-48BA-B7AC-820853024A5B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48552-96A4-4C9C-AB12-E8336B6C48F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48C80-2FD2-4D4F-AC56-0FDDE26CBD9A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Apex</a:t>
          </a:r>
        </a:p>
      </dsp:txBody>
      <dsp:txXfrm>
        <a:off x="1339618" y="1452092"/>
        <a:ext cx="3433549" cy="1159843"/>
      </dsp:txXfrm>
    </dsp:sp>
    <dsp:sp modelId="{4235D267-EBED-4EE1-9015-D1A550715D56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A5E5F-25B5-45D7-9749-61F34EDC158A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44591-2736-407B-AE3D-AD01466CD622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SLDS</a:t>
          </a:r>
        </a:p>
      </dsp:txBody>
      <dsp:txXfrm>
        <a:off x="1339618" y="2901896"/>
        <a:ext cx="3433549" cy="1159843"/>
      </dsp:txXfrm>
    </dsp:sp>
    <dsp:sp modelId="{87BC847F-8084-498A-9256-D6959ABAC69D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DA2B99-F659-4F2D-BB8E-EC5CA21A4F3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BE402-BE03-4C53-A8FC-78665E01CABB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Visual Studio Code</a:t>
          </a:r>
        </a:p>
      </dsp:txBody>
      <dsp:txXfrm>
        <a:off x="1339618" y="4351700"/>
        <a:ext cx="3433549" cy="11598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95A96-0416-4B78-92A3-12DE30CD8960}">
      <dsp:nvSpPr>
        <dsp:cNvPr id="0" name=""/>
        <dsp:cNvSpPr/>
      </dsp:nvSpPr>
      <dsp:spPr>
        <a:xfrm>
          <a:off x="1280650" y="1322706"/>
          <a:ext cx="705017" cy="7050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BD9E9-3B6B-491B-82CB-BC79DC0CB41F}">
      <dsp:nvSpPr>
        <dsp:cNvPr id="0" name=""/>
        <dsp:cNvSpPr/>
      </dsp:nvSpPr>
      <dsp:spPr>
        <a:xfrm>
          <a:off x="1428704" y="1470759"/>
          <a:ext cx="408910" cy="4089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BFB68-48D7-4FA4-95CA-AB899AD9098E}">
      <dsp:nvSpPr>
        <dsp:cNvPr id="0" name=""/>
        <dsp:cNvSpPr/>
      </dsp:nvSpPr>
      <dsp:spPr>
        <a:xfrm>
          <a:off x="2136743" y="1322706"/>
          <a:ext cx="1661826" cy="705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HTML : interface</a:t>
          </a:r>
        </a:p>
      </dsp:txBody>
      <dsp:txXfrm>
        <a:off x="2136743" y="1322706"/>
        <a:ext cx="1661826" cy="705017"/>
      </dsp:txXfrm>
    </dsp:sp>
    <dsp:sp modelId="{886D6451-5EB2-4FAC-B2CC-A851DD1333BB}">
      <dsp:nvSpPr>
        <dsp:cNvPr id="0" name=""/>
        <dsp:cNvSpPr/>
      </dsp:nvSpPr>
      <dsp:spPr>
        <a:xfrm>
          <a:off x="4088130" y="1322706"/>
          <a:ext cx="705017" cy="7050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D2DBD-1780-47C1-8359-079AAF1F1A92}">
      <dsp:nvSpPr>
        <dsp:cNvPr id="0" name=""/>
        <dsp:cNvSpPr/>
      </dsp:nvSpPr>
      <dsp:spPr>
        <a:xfrm>
          <a:off x="4236183" y="1470759"/>
          <a:ext cx="408910" cy="4089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072D5-F76A-4BCB-BA50-7FC996606B18}">
      <dsp:nvSpPr>
        <dsp:cNvPr id="0" name=""/>
        <dsp:cNvSpPr/>
      </dsp:nvSpPr>
      <dsp:spPr>
        <a:xfrm>
          <a:off x="4944222" y="1322706"/>
          <a:ext cx="1661826" cy="705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JavaScript : logique</a:t>
          </a:r>
        </a:p>
      </dsp:txBody>
      <dsp:txXfrm>
        <a:off x="4944222" y="1322706"/>
        <a:ext cx="1661826" cy="705017"/>
      </dsp:txXfrm>
    </dsp:sp>
    <dsp:sp modelId="{E4C2D437-5177-4BA1-8BEE-AF06815FF574}">
      <dsp:nvSpPr>
        <dsp:cNvPr id="0" name=""/>
        <dsp:cNvSpPr/>
      </dsp:nvSpPr>
      <dsp:spPr>
        <a:xfrm>
          <a:off x="1280650" y="2323614"/>
          <a:ext cx="705017" cy="7050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EAD24-B8EC-478E-AD1B-2C70915E9FCA}">
      <dsp:nvSpPr>
        <dsp:cNvPr id="0" name=""/>
        <dsp:cNvSpPr/>
      </dsp:nvSpPr>
      <dsp:spPr>
        <a:xfrm>
          <a:off x="1428704" y="2471668"/>
          <a:ext cx="408910" cy="4089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7203B-AD0D-491A-A4DA-DFB0A2B5D519}">
      <dsp:nvSpPr>
        <dsp:cNvPr id="0" name=""/>
        <dsp:cNvSpPr/>
      </dsp:nvSpPr>
      <dsp:spPr>
        <a:xfrm>
          <a:off x="2136743" y="2323614"/>
          <a:ext cx="1661826" cy="705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XML : exposition du composant</a:t>
          </a:r>
        </a:p>
      </dsp:txBody>
      <dsp:txXfrm>
        <a:off x="2136743" y="2323614"/>
        <a:ext cx="1661826" cy="7050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DE83A3-E2CB-134D-95A8-AC280F6B27BA}">
      <dsp:nvSpPr>
        <dsp:cNvPr id="0" name=""/>
        <dsp:cNvSpPr/>
      </dsp:nvSpPr>
      <dsp:spPr>
        <a:xfrm>
          <a:off x="0" y="453720"/>
          <a:ext cx="5175384" cy="14718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Création de contacts réussie</a:t>
          </a:r>
        </a:p>
      </dsp:txBody>
      <dsp:txXfrm>
        <a:off x="71850" y="525570"/>
        <a:ext cx="5031684" cy="1328160"/>
      </dsp:txXfrm>
    </dsp:sp>
    <dsp:sp modelId="{417A869C-C9C9-7A42-9244-73EC143295ED}">
      <dsp:nvSpPr>
        <dsp:cNvPr id="0" name=""/>
        <dsp:cNvSpPr/>
      </dsp:nvSpPr>
      <dsp:spPr>
        <a:xfrm>
          <a:off x="0" y="2032140"/>
          <a:ext cx="5175384" cy="147186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Affichage dynamique des opportunités</a:t>
          </a:r>
        </a:p>
      </dsp:txBody>
      <dsp:txXfrm>
        <a:off x="71850" y="2103990"/>
        <a:ext cx="5031684" cy="1328160"/>
      </dsp:txXfrm>
    </dsp:sp>
    <dsp:sp modelId="{717FF455-2CAC-FE4E-B72B-F3786A51BA3A}">
      <dsp:nvSpPr>
        <dsp:cNvPr id="0" name=""/>
        <dsp:cNvSpPr/>
      </dsp:nvSpPr>
      <dsp:spPr>
        <a:xfrm>
          <a:off x="0" y="3610560"/>
          <a:ext cx="5175384" cy="14718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Composants fonctionnels et déployés</a:t>
          </a:r>
        </a:p>
      </dsp:txBody>
      <dsp:txXfrm>
        <a:off x="71850" y="3682410"/>
        <a:ext cx="5031684" cy="1328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fr-FR" sz="3500"/>
              <a:t>Projet 3 – Salesforce LWC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fr-FR" sz="1700"/>
              <a:t>Création et déploiement de composants Lightning Web Components</a:t>
            </a:r>
          </a:p>
        </p:txBody>
      </p:sp>
      <p:pic>
        <p:nvPicPr>
          <p:cNvPr id="5" name="Picture 4" descr="Électronique">
            <a:extLst>
              <a:ext uri="{FF2B5EF4-FFF2-40B4-BE49-F238E27FC236}">
                <a16:creationId xmlns:a16="http://schemas.microsoft.com/office/drawing/2014/main" id="{49F33A91-D41C-B8C8-E2C6-7B04A902F3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23" r="4472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Objectifs du projet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25133F-4DB4-0B6F-C905-DC81B4A84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26051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Composant 1 : Contact Creator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471DF3-C20A-D449-6B29-922530896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12235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Composant 2 : Account Opportunities Viewer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864E57-57DE-84DF-F122-2CAE8021FB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883149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fr-FR" sz="3500"/>
              <a:t>Technologies utilisées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EFD297-077A-36D1-341C-01B01C25FC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36887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3F0578-5F49-14D5-DE69-387D32E3A6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217" r="1478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fr-FR"/>
              <a:t>Architecture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0B9396CB-E53B-71D9-DEC7-F8EF92C38C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2933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4700"/>
              <a:t>Résultats obtenus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0D4A4C-60AC-D70A-0C12-6E70A5762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035118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fr-FR" sz="63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fr-FR" sz="2100" dirty="0"/>
              <a:t>Projet validant les bases LWC et l’intégration Salesforce</a:t>
            </a:r>
          </a:p>
          <a:p>
            <a:r>
              <a:rPr lang="fr-FR" sz="2100" dirty="0"/>
              <a:t>Lien </a:t>
            </a:r>
            <a:r>
              <a:rPr lang="fr-FR" sz="2100" dirty="0" err="1"/>
              <a:t>Github</a:t>
            </a:r>
            <a:r>
              <a:rPr lang="fr-FR" sz="2100" dirty="0"/>
              <a:t> : https://</a:t>
            </a:r>
            <a:r>
              <a:rPr lang="fr-FR" sz="2100" dirty="0" err="1"/>
              <a:t>github.com</a:t>
            </a:r>
            <a:r>
              <a:rPr lang="fr-FR" sz="2100" dirty="0"/>
              <a:t>/</a:t>
            </a:r>
            <a:r>
              <a:rPr lang="fr-FR" sz="2100" dirty="0" err="1"/>
              <a:t>Raoulkana</a:t>
            </a:r>
            <a:r>
              <a:rPr lang="fr-FR" sz="2100"/>
              <a:t>/Projet-3-OPC.git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150</Words>
  <Application>Microsoft Macintosh PowerPoint</Application>
  <PresentationFormat>Affichage à l'écran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Projet 3 – Salesforce LWC</vt:lpstr>
      <vt:lpstr>Objectifs du projet</vt:lpstr>
      <vt:lpstr>Composant 1 : Contact Creator</vt:lpstr>
      <vt:lpstr>Composant 2 : Account Opportunities Viewer</vt:lpstr>
      <vt:lpstr>Technologies utilisées</vt:lpstr>
      <vt:lpstr>Architecture</vt:lpstr>
      <vt:lpstr>Résultats obtenus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RAOUL KANA</cp:lastModifiedBy>
  <cp:revision>3</cp:revision>
  <dcterms:created xsi:type="dcterms:W3CDTF">2013-01-27T09:14:16Z</dcterms:created>
  <dcterms:modified xsi:type="dcterms:W3CDTF">2026-01-22T04:41:34Z</dcterms:modified>
  <cp:category/>
</cp:coreProperties>
</file>